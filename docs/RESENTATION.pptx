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19"/>
  </p:notesMasterIdLst>
  <p:sldIdLst>
    <p:sldId id="256" r:id="rId2"/>
    <p:sldId id="278" r:id="rId3"/>
    <p:sldId id="262" r:id="rId4"/>
    <p:sldId id="258" r:id="rId5"/>
    <p:sldId id="270" r:id="rId6"/>
    <p:sldId id="257" r:id="rId7"/>
    <p:sldId id="304" r:id="rId8"/>
    <p:sldId id="303" r:id="rId9"/>
    <p:sldId id="306" r:id="rId10"/>
    <p:sldId id="301" r:id="rId11"/>
    <p:sldId id="302" r:id="rId12"/>
    <p:sldId id="305" r:id="rId13"/>
    <p:sldId id="307" r:id="rId14"/>
    <p:sldId id="308" r:id="rId15"/>
    <p:sldId id="267" r:id="rId16"/>
    <p:sldId id="260" r:id="rId17"/>
    <p:sldId id="309" r:id="rId18"/>
  </p:sldIdLst>
  <p:sldSz cx="9144000" cy="5143500" type="screen16x9"/>
  <p:notesSz cx="6858000" cy="9144000"/>
  <p:embeddedFontLst>
    <p:embeddedFont>
      <p:font typeface="Bebas Neue" panose="020B0604020202020204" charset="0"/>
      <p:regular r:id="rId20"/>
    </p:embeddedFont>
    <p:embeddedFont>
      <p:font typeface="Rubik Black" panose="020B0604020202020204" charset="-79"/>
      <p:bold r:id="rId21"/>
      <p:boldItalic r:id="rId22"/>
    </p:embeddedFont>
    <p:embeddedFont>
      <p:font typeface="Karla" panose="020B0604020202020204" charset="0"/>
      <p:regular r:id="rId23"/>
      <p:bold r:id="rId24"/>
      <p:italic r:id="rId25"/>
      <p:boldItalic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1EC610-EF55-4C25-A4B2-A03ADC026198}">
  <a:tblStyle styleId="{6A1EC610-EF55-4C25-A4B2-A03ADC02619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2FB4846-D00A-4EA7-BDD6-27ED49E6DA9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Стиль из темы 1 - акцент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Стиль из темы 1 - акцент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Стиль из темы 1 - акцент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Стиль из темы 1 - акцент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33" autoAdjust="0"/>
    <p:restoredTop sz="94660"/>
  </p:normalViewPr>
  <p:slideViewPr>
    <p:cSldViewPr snapToGrid="0">
      <p:cViewPr varScale="1">
        <p:scale>
          <a:sx n="87" d="100"/>
          <a:sy n="87" d="100"/>
        </p:scale>
        <p:origin x="9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font" Target="fonts/font11.fntdata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14d2792e9d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14d2792e9d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g14e1613f9b3_0_1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7" name="Google Shape;1207;g14e1613f9b3_0_1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1125d80b419_0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1125d80b419_0_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10fb8bc67f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10fb8bc67f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e08450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e08450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62018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59830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4519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e08450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e08450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929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53105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10fb8bc67f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g10fb8bc67f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30587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910926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1125d80b419_0_7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0" name="Google Shape;830;g1125d80b419_0_7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g110860aa57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3" name="Google Shape;563;g110860aa57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4e084505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4e084505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523461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" name="Google Shape;10;p2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1" name="Google Shape;11;p2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" name="Google Shape;12;p2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3" name="Google Shape;13;p2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4" name="Google Shape;14;p2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5" name="Google Shape;15;p2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6" name="Google Shape;16;p2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7" name="Google Shape;17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8" name="Google Shape;18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" name="Google Shape;19;p2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0" name="Google Shape;20;p2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1" name="Google Shape;21;p2"/>
          <p:cNvGrpSpPr/>
          <p:nvPr/>
        </p:nvGrpSpPr>
        <p:grpSpPr>
          <a:xfrm>
            <a:off x="914400" y="535100"/>
            <a:ext cx="7406700" cy="4164575"/>
            <a:chOff x="914400" y="535100"/>
            <a:chExt cx="7406700" cy="4164575"/>
          </a:xfrm>
        </p:grpSpPr>
        <p:sp>
          <p:nvSpPr>
            <p:cNvPr id="22" name="Google Shape;22;p2"/>
            <p:cNvSpPr/>
            <p:nvPr/>
          </p:nvSpPr>
          <p:spPr>
            <a:xfrm>
              <a:off x="1005900" y="626275"/>
              <a:ext cx="7315200" cy="4073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3" name="Google Shape;23;p2"/>
            <p:cNvGrpSpPr/>
            <p:nvPr/>
          </p:nvGrpSpPr>
          <p:grpSpPr>
            <a:xfrm>
              <a:off x="914400" y="535100"/>
              <a:ext cx="7315200" cy="4073400"/>
              <a:chOff x="914400" y="535100"/>
              <a:chExt cx="7315200" cy="4073400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914400" y="535100"/>
                <a:ext cx="7315200" cy="4073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25" name="Google Shape;25;p2"/>
              <p:cNvGrpSpPr/>
              <p:nvPr/>
            </p:nvGrpSpPr>
            <p:grpSpPr>
              <a:xfrm>
                <a:off x="7955100" y="6263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6" name="Google Shape;26;p2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7" name="Google Shape;27;p2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" name="Google Shape;28;p2"/>
              <p:cNvSpPr/>
              <p:nvPr/>
            </p:nvSpPr>
            <p:spPr>
              <a:xfrm>
                <a:off x="7635000" y="6263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9" name="Google Shape;29;p2"/>
              <p:cNvCxnSpPr/>
              <p:nvPr/>
            </p:nvCxnSpPr>
            <p:spPr>
              <a:xfrm>
                <a:off x="7284899" y="8093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0" name="Google Shape;30;p2"/>
              <p:cNvCxnSpPr/>
              <p:nvPr/>
            </p:nvCxnSpPr>
            <p:spPr>
              <a:xfrm>
                <a:off x="916188" y="900697"/>
                <a:ext cx="7310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" name="Google Shape;31;p2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subTitle" idx="1"/>
          </p:nvPr>
        </p:nvSpPr>
        <p:spPr>
          <a:xfrm>
            <a:off x="1828800" y="3877100"/>
            <a:ext cx="5486400" cy="3657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0" name="Google Shape;50;p4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51" name="Google Shape;51;p4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" name="Google Shape;52;p4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53" name="Google Shape;53;p4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54" name="Google Shape;54;p4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55" name="Google Shape;55;p4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56" name="Google Shape;56;p4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57" name="Google Shape;57;p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58" name="Google Shape;58;p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59" name="Google Shape;59;p4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0" name="Google Shape;60;p4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15100" y="731400"/>
            <a:ext cx="77139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15100" y="1417200"/>
            <a:ext cx="77139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7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7"/>
          <p:cNvGrpSpPr/>
          <p:nvPr/>
        </p:nvGrpSpPr>
        <p:grpSpPr>
          <a:xfrm>
            <a:off x="1438985" y="535000"/>
            <a:ext cx="5919000" cy="4425900"/>
            <a:chOff x="274200" y="274200"/>
            <a:chExt cx="5919000" cy="4425900"/>
          </a:xfrm>
        </p:grpSpPr>
        <p:sp>
          <p:nvSpPr>
            <p:cNvPr id="98" name="Google Shape;9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" name="Google Shape;9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00" name="Google Shape;10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01" name="Google Shape;10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02" name="Google Shape;10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3" name="Google Shape;10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04" name="Google Shape;10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05" name="Google Shape;10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6" name="Google Shape;10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07" name="Google Shape;107;p7"/>
          <p:cNvGrpSpPr/>
          <p:nvPr/>
        </p:nvGrpSpPr>
        <p:grpSpPr>
          <a:xfrm>
            <a:off x="274200" y="274200"/>
            <a:ext cx="5919000" cy="4425900"/>
            <a:chOff x="274200" y="274200"/>
            <a:chExt cx="5919000" cy="4425900"/>
          </a:xfrm>
        </p:grpSpPr>
        <p:sp>
          <p:nvSpPr>
            <p:cNvPr id="108" name="Google Shape;108;p7"/>
            <p:cNvSpPr/>
            <p:nvPr/>
          </p:nvSpPr>
          <p:spPr>
            <a:xfrm>
              <a:off x="365700" y="365700"/>
              <a:ext cx="5827500" cy="4334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9" name="Google Shape;109;p7"/>
            <p:cNvGrpSpPr/>
            <p:nvPr/>
          </p:nvGrpSpPr>
          <p:grpSpPr>
            <a:xfrm>
              <a:off x="274200" y="274200"/>
              <a:ext cx="5827500" cy="4334400"/>
              <a:chOff x="274200" y="274200"/>
              <a:chExt cx="5827500" cy="4334400"/>
            </a:xfrm>
          </p:grpSpPr>
          <p:sp>
            <p:nvSpPr>
              <p:cNvPr id="110" name="Google Shape;110;p7"/>
              <p:cNvSpPr/>
              <p:nvPr/>
            </p:nvSpPr>
            <p:spPr>
              <a:xfrm>
                <a:off x="274200" y="274200"/>
                <a:ext cx="5827500" cy="43344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11" name="Google Shape;111;p7"/>
              <p:cNvGrpSpPr/>
              <p:nvPr/>
            </p:nvGrpSpPr>
            <p:grpSpPr>
              <a:xfrm>
                <a:off x="5827100" y="3654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12" name="Google Shape;112;p7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13" name="Google Shape;113;p7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14" name="Google Shape;114;p7"/>
              <p:cNvSpPr/>
              <p:nvPr/>
            </p:nvSpPr>
            <p:spPr>
              <a:xfrm>
                <a:off x="5507000" y="3654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15" name="Google Shape;115;p7"/>
              <p:cNvCxnSpPr/>
              <p:nvPr/>
            </p:nvCxnSpPr>
            <p:spPr>
              <a:xfrm>
                <a:off x="5156899" y="5484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6" name="Google Shape;116;p7"/>
              <p:cNvCxnSpPr/>
              <p:nvPr/>
            </p:nvCxnSpPr>
            <p:spPr>
              <a:xfrm>
                <a:off x="283500" y="639800"/>
                <a:ext cx="58152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17" name="Google Shape;117;p7"/>
          <p:cNvSpPr txBox="1">
            <a:spLocks noGrp="1"/>
          </p:cNvSpPr>
          <p:nvPr>
            <p:ph type="title"/>
          </p:nvPr>
        </p:nvSpPr>
        <p:spPr>
          <a:xfrm>
            <a:off x="714250" y="731525"/>
            <a:ext cx="50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7"/>
          <p:cNvSpPr txBox="1">
            <a:spLocks noGrp="1"/>
          </p:cNvSpPr>
          <p:nvPr>
            <p:ph type="body" idx="1"/>
          </p:nvPr>
        </p:nvSpPr>
        <p:spPr>
          <a:xfrm>
            <a:off x="715850" y="1600325"/>
            <a:ext cx="5019900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4" name="Google Shape;144;p9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145" name="Google Shape;14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48" name="Google Shape;14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49" name="Google Shape;14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50" name="Google Shape;15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51" name="Google Shape;15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52" name="Google Shape;15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3" name="Google Shape;15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154" name="Google Shape;154;p9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155" name="Google Shape;155;p9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58" name="Google Shape;158;p9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59" name="Google Shape;159;p9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60" name="Google Shape;160;p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61" name="Google Shape;161;p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62" name="Google Shape;162;p9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63" name="Google Shape;163;p9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64" name="Google Shape;164;p9"/>
          <p:cNvSpPr txBox="1">
            <a:spLocks noGrp="1"/>
          </p:cNvSpPr>
          <p:nvPr>
            <p:ph type="title"/>
          </p:nvPr>
        </p:nvSpPr>
        <p:spPr>
          <a:xfrm>
            <a:off x="2057400" y="168008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5" name="Google Shape;165;p9"/>
          <p:cNvSpPr txBox="1">
            <a:spLocks noGrp="1"/>
          </p:cNvSpPr>
          <p:nvPr>
            <p:ph type="subTitle" idx="1"/>
          </p:nvPr>
        </p:nvSpPr>
        <p:spPr>
          <a:xfrm>
            <a:off x="2057400" y="2549013"/>
            <a:ext cx="5029200" cy="91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3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5" name="Google Shape;185;p13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186" name="Google Shape;186;p13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7" name="Google Shape;187;p13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188" name="Google Shape;188;p13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189" name="Google Shape;189;p13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0" name="Google Shape;190;p13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191" name="Google Shape;191;p13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192" name="Google Shape;192;p13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93" name="Google Shape;193;p13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194" name="Google Shape;194;p13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195" name="Google Shape;195;p13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13"/>
          <p:cNvSpPr txBox="1">
            <a:spLocks noGrp="1"/>
          </p:cNvSpPr>
          <p:nvPr>
            <p:ph type="subTitle" idx="1"/>
          </p:nvPr>
        </p:nvSpPr>
        <p:spPr>
          <a:xfrm>
            <a:off x="1957976" y="1802875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7" name="Google Shape;197;p13"/>
          <p:cNvSpPr txBox="1">
            <a:spLocks noGrp="1"/>
          </p:cNvSpPr>
          <p:nvPr>
            <p:ph type="subTitle" idx="2"/>
          </p:nvPr>
        </p:nvSpPr>
        <p:spPr>
          <a:xfrm>
            <a:off x="1957956" y="3399150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8" name="Google Shape;198;p13"/>
          <p:cNvSpPr txBox="1">
            <a:spLocks noGrp="1"/>
          </p:cNvSpPr>
          <p:nvPr>
            <p:ph type="subTitle" idx="3"/>
          </p:nvPr>
        </p:nvSpPr>
        <p:spPr>
          <a:xfrm>
            <a:off x="5997466" y="1803588"/>
            <a:ext cx="2377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99" name="Google Shape;199;p13"/>
          <p:cNvSpPr txBox="1">
            <a:spLocks noGrp="1"/>
          </p:cNvSpPr>
          <p:nvPr>
            <p:ph type="subTitle" idx="4"/>
          </p:nvPr>
        </p:nvSpPr>
        <p:spPr>
          <a:xfrm>
            <a:off x="6043506" y="3399143"/>
            <a:ext cx="22860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0" name="Google Shape;200;p13"/>
          <p:cNvSpPr txBox="1">
            <a:spLocks noGrp="1"/>
          </p:cNvSpPr>
          <p:nvPr>
            <p:ph type="title" hasCustomPrompt="1"/>
          </p:nvPr>
        </p:nvSpPr>
        <p:spPr>
          <a:xfrm>
            <a:off x="769317" y="1802875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1" name="Google Shape;201;p13"/>
          <p:cNvSpPr txBox="1">
            <a:spLocks noGrp="1"/>
          </p:cNvSpPr>
          <p:nvPr>
            <p:ph type="subTitle" idx="5"/>
          </p:nvPr>
        </p:nvSpPr>
        <p:spPr>
          <a:xfrm>
            <a:off x="1957976" y="2261521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13"/>
          <p:cNvSpPr txBox="1">
            <a:spLocks noGrp="1"/>
          </p:cNvSpPr>
          <p:nvPr>
            <p:ph type="title" idx="6" hasCustomPrompt="1"/>
          </p:nvPr>
        </p:nvSpPr>
        <p:spPr>
          <a:xfrm>
            <a:off x="4808859" y="180360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3" name="Google Shape;203;p13"/>
          <p:cNvSpPr txBox="1">
            <a:spLocks noGrp="1"/>
          </p:cNvSpPr>
          <p:nvPr>
            <p:ph type="subTitle" idx="7"/>
          </p:nvPr>
        </p:nvSpPr>
        <p:spPr>
          <a:xfrm>
            <a:off x="5997466" y="2260800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4" name="Google Shape;204;p13"/>
          <p:cNvSpPr txBox="1">
            <a:spLocks noGrp="1"/>
          </p:cNvSpPr>
          <p:nvPr>
            <p:ph type="title" idx="8" hasCustomPrompt="1"/>
          </p:nvPr>
        </p:nvSpPr>
        <p:spPr>
          <a:xfrm>
            <a:off x="769347" y="3399150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5" name="Google Shape;205;p13"/>
          <p:cNvSpPr txBox="1">
            <a:spLocks noGrp="1"/>
          </p:cNvSpPr>
          <p:nvPr>
            <p:ph type="subTitle" idx="9"/>
          </p:nvPr>
        </p:nvSpPr>
        <p:spPr>
          <a:xfrm>
            <a:off x="1957956" y="3856343"/>
            <a:ext cx="23775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6" name="Google Shape;206;p13"/>
          <p:cNvSpPr txBox="1">
            <a:spLocks noGrp="1"/>
          </p:cNvSpPr>
          <p:nvPr>
            <p:ph type="title" idx="13" hasCustomPrompt="1"/>
          </p:nvPr>
        </p:nvSpPr>
        <p:spPr>
          <a:xfrm>
            <a:off x="4854897" y="3399143"/>
            <a:ext cx="1188600" cy="1097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5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07" name="Google Shape;207;p13"/>
          <p:cNvSpPr txBox="1">
            <a:spLocks noGrp="1"/>
          </p:cNvSpPr>
          <p:nvPr>
            <p:ph type="subTitle" idx="14"/>
          </p:nvPr>
        </p:nvSpPr>
        <p:spPr>
          <a:xfrm>
            <a:off x="6043506" y="3856343"/>
            <a:ext cx="2286000" cy="6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3"/>
          <p:cNvSpPr txBox="1">
            <a:spLocks noGrp="1"/>
          </p:cNvSpPr>
          <p:nvPr>
            <p:ph type="title" idx="15"/>
          </p:nvPr>
        </p:nvSpPr>
        <p:spPr>
          <a:xfrm>
            <a:off x="715650" y="731525"/>
            <a:ext cx="77133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1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11" name="Google Shape;211;p14"/>
          <p:cNvGrpSpPr/>
          <p:nvPr/>
        </p:nvGrpSpPr>
        <p:grpSpPr>
          <a:xfrm>
            <a:off x="2025281" y="535000"/>
            <a:ext cx="6492300" cy="3749100"/>
            <a:chOff x="1371300" y="742950"/>
            <a:chExt cx="6492300" cy="3749100"/>
          </a:xfrm>
        </p:grpSpPr>
        <p:sp>
          <p:nvSpPr>
            <p:cNvPr id="212" name="Google Shape;21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3" name="Google Shape;21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14" name="Google Shape;21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15" name="Google Shape;21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16" name="Google Shape;21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17" name="Google Shape;21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18" name="Google Shape;21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19" name="Google Shape;21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0" name="Google Shape;22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221" name="Google Shape;221;p14"/>
          <p:cNvGrpSpPr/>
          <p:nvPr/>
        </p:nvGrpSpPr>
        <p:grpSpPr>
          <a:xfrm>
            <a:off x="1371300" y="742950"/>
            <a:ext cx="6492300" cy="3749100"/>
            <a:chOff x="1371300" y="742950"/>
            <a:chExt cx="6492300" cy="3749100"/>
          </a:xfrm>
        </p:grpSpPr>
        <p:sp>
          <p:nvSpPr>
            <p:cNvPr id="222" name="Google Shape;222;p14"/>
            <p:cNvSpPr/>
            <p:nvPr/>
          </p:nvSpPr>
          <p:spPr>
            <a:xfrm>
              <a:off x="1462800" y="834450"/>
              <a:ext cx="6400800" cy="36576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23" name="Google Shape;223;p14"/>
            <p:cNvGrpSpPr/>
            <p:nvPr/>
          </p:nvGrpSpPr>
          <p:grpSpPr>
            <a:xfrm>
              <a:off x="1371300" y="742950"/>
              <a:ext cx="6401400" cy="3657600"/>
              <a:chOff x="1371300" y="742950"/>
              <a:chExt cx="6401400" cy="3657600"/>
            </a:xfrm>
          </p:grpSpPr>
          <p:sp>
            <p:nvSpPr>
              <p:cNvPr id="224" name="Google Shape;224;p14"/>
              <p:cNvSpPr/>
              <p:nvPr/>
            </p:nvSpPr>
            <p:spPr>
              <a:xfrm>
                <a:off x="1371300" y="742950"/>
                <a:ext cx="6400800" cy="36576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25" name="Google Shape;225;p14"/>
              <p:cNvCxnSpPr/>
              <p:nvPr/>
            </p:nvCxnSpPr>
            <p:spPr>
              <a:xfrm>
                <a:off x="1371300" y="1108650"/>
                <a:ext cx="64014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226" name="Google Shape;226;p14"/>
              <p:cNvGrpSpPr/>
              <p:nvPr/>
            </p:nvGrpSpPr>
            <p:grpSpPr>
              <a:xfrm>
                <a:off x="7498200" y="834288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27" name="Google Shape;227;p14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28" name="Google Shape;228;p14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29" name="Google Shape;229;p14"/>
              <p:cNvSpPr/>
              <p:nvPr/>
            </p:nvSpPr>
            <p:spPr>
              <a:xfrm>
                <a:off x="7177950" y="834288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30" name="Google Shape;230;p14"/>
              <p:cNvCxnSpPr/>
              <p:nvPr/>
            </p:nvCxnSpPr>
            <p:spPr>
              <a:xfrm>
                <a:off x="6827699" y="1017288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31" name="Google Shape;231;p14"/>
          <p:cNvSpPr txBox="1">
            <a:spLocks noGrp="1"/>
          </p:cNvSpPr>
          <p:nvPr>
            <p:ph type="title"/>
          </p:nvPr>
        </p:nvSpPr>
        <p:spPr>
          <a:xfrm>
            <a:off x="2286000" y="3293217"/>
            <a:ext cx="4572000" cy="502800"/>
          </a:xfrm>
          <a:prstGeom prst="rect">
            <a:avLst/>
          </a:prstGeom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32" name="Google Shape;232;p14"/>
          <p:cNvSpPr txBox="1">
            <a:spLocks noGrp="1"/>
          </p:cNvSpPr>
          <p:nvPr>
            <p:ph type="subTitle" idx="1"/>
          </p:nvPr>
        </p:nvSpPr>
        <p:spPr>
          <a:xfrm>
            <a:off x="1828800" y="1600317"/>
            <a:ext cx="5486400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8" name="Google Shape;278;p18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9" name="Google Shape;279;p18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280" name="Google Shape;280;p18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81" name="Google Shape;281;p18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282" name="Google Shape;282;p18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283" name="Google Shape;283;p18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284" name="Google Shape;284;p18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285" name="Google Shape;285;p18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286" name="Google Shape;286;p18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287" name="Google Shape;287;p18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288" name="Google Shape;288;p18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289" name="Google Shape;289;p18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subTitle" idx="3"/>
          </p:nvPr>
        </p:nvSpPr>
        <p:spPr>
          <a:xfrm>
            <a:off x="34748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18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8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BLANK_1_1_1_2_1"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" name="Google Shape;298;p19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9" name="Google Shape;299;p19"/>
          <p:cNvGrpSpPr/>
          <p:nvPr/>
        </p:nvGrpSpPr>
        <p:grpSpPr>
          <a:xfrm>
            <a:off x="274200" y="274200"/>
            <a:ext cx="8687100" cy="4686600"/>
            <a:chOff x="274200" y="274200"/>
            <a:chExt cx="8687100" cy="4686600"/>
          </a:xfrm>
        </p:grpSpPr>
        <p:sp>
          <p:nvSpPr>
            <p:cNvPr id="300" name="Google Shape;300;p19"/>
            <p:cNvSpPr/>
            <p:nvPr/>
          </p:nvSpPr>
          <p:spPr>
            <a:xfrm>
              <a:off x="365700" y="365700"/>
              <a:ext cx="8595600" cy="459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1" name="Google Shape;301;p19"/>
            <p:cNvGrpSpPr/>
            <p:nvPr/>
          </p:nvGrpSpPr>
          <p:grpSpPr>
            <a:xfrm>
              <a:off x="274200" y="274200"/>
              <a:ext cx="8595900" cy="4595100"/>
              <a:chOff x="274200" y="274200"/>
              <a:chExt cx="8595900" cy="4595100"/>
            </a:xfrm>
          </p:grpSpPr>
          <p:grpSp>
            <p:nvGrpSpPr>
              <p:cNvPr id="302" name="Google Shape;302;p19"/>
              <p:cNvGrpSpPr/>
              <p:nvPr/>
            </p:nvGrpSpPr>
            <p:grpSpPr>
              <a:xfrm>
                <a:off x="274200" y="274200"/>
                <a:ext cx="8595900" cy="4595100"/>
                <a:chOff x="274200" y="274200"/>
                <a:chExt cx="8595900" cy="4595100"/>
              </a:xfrm>
            </p:grpSpPr>
            <p:sp>
              <p:nvSpPr>
                <p:cNvPr id="303" name="Google Shape;303;p19"/>
                <p:cNvSpPr/>
                <p:nvPr/>
              </p:nvSpPr>
              <p:spPr>
                <a:xfrm>
                  <a:off x="274200" y="274200"/>
                  <a:ext cx="8595600" cy="45951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304" name="Google Shape;304;p19"/>
                <p:cNvCxnSpPr/>
                <p:nvPr/>
              </p:nvCxnSpPr>
              <p:spPr>
                <a:xfrm>
                  <a:off x="274200" y="639909"/>
                  <a:ext cx="85959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grpSp>
            <p:nvGrpSpPr>
              <p:cNvPr id="305" name="Google Shape;305;p19"/>
              <p:cNvGrpSpPr/>
              <p:nvPr/>
            </p:nvGrpSpPr>
            <p:grpSpPr>
              <a:xfrm>
                <a:off x="8595300" y="365550"/>
                <a:ext cx="183000" cy="183000"/>
                <a:chOff x="8225400" y="367488"/>
                <a:chExt cx="183000" cy="183000"/>
              </a:xfrm>
            </p:grpSpPr>
            <p:cxnSp>
              <p:nvCxnSpPr>
                <p:cNvPr id="306" name="Google Shape;306;p19"/>
                <p:cNvCxnSpPr/>
                <p:nvPr/>
              </p:nvCxnSpPr>
              <p:spPr>
                <a:xfrm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307" name="Google Shape;307;p19"/>
                <p:cNvCxnSpPr/>
                <p:nvPr/>
              </p:nvCxnSpPr>
              <p:spPr>
                <a:xfrm rot="5400000">
                  <a:off x="8225400" y="367488"/>
                  <a:ext cx="183000" cy="18300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  <p:sp>
            <p:nvSpPr>
              <p:cNvPr id="308" name="Google Shape;308;p19"/>
              <p:cNvSpPr/>
              <p:nvPr/>
            </p:nvSpPr>
            <p:spPr>
              <a:xfrm>
                <a:off x="8275200" y="365550"/>
                <a:ext cx="183000" cy="183000"/>
              </a:xfrm>
              <a:prstGeom prst="rect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309" name="Google Shape;309;p19"/>
              <p:cNvCxnSpPr/>
              <p:nvPr/>
            </p:nvCxnSpPr>
            <p:spPr>
              <a:xfrm>
                <a:off x="7925099" y="548550"/>
                <a:ext cx="2130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310" name="Google Shape;310;p19"/>
          <p:cNvSpPr txBox="1">
            <a:spLocks noGrp="1"/>
          </p:cNvSpPr>
          <p:nvPr>
            <p:ph type="title"/>
          </p:nvPr>
        </p:nvSpPr>
        <p:spPr>
          <a:xfrm>
            <a:off x="715100" y="731525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11" name="Google Shape;311;p19"/>
          <p:cNvSpPr txBox="1">
            <a:spLocks noGrp="1"/>
          </p:cNvSpPr>
          <p:nvPr>
            <p:ph type="subTitle" idx="1"/>
          </p:nvPr>
        </p:nvSpPr>
        <p:spPr>
          <a:xfrm>
            <a:off x="3408500" y="2103624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2" name="Google Shape;312;p19"/>
          <p:cNvSpPr txBox="1">
            <a:spLocks noGrp="1"/>
          </p:cNvSpPr>
          <p:nvPr>
            <p:ph type="subTitle" idx="2"/>
          </p:nvPr>
        </p:nvSpPr>
        <p:spPr>
          <a:xfrm>
            <a:off x="3408500" y="3104632"/>
            <a:ext cx="50202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3" name="Google Shape;313;p19"/>
          <p:cNvSpPr txBox="1">
            <a:spLocks noGrp="1"/>
          </p:cNvSpPr>
          <p:nvPr>
            <p:ph type="subTitle" idx="3"/>
          </p:nvPr>
        </p:nvSpPr>
        <p:spPr>
          <a:xfrm>
            <a:off x="3408200" y="4105448"/>
            <a:ext cx="5020800" cy="502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subTitle" idx="4"/>
          </p:nvPr>
        </p:nvSpPr>
        <p:spPr>
          <a:xfrm>
            <a:off x="3408500" y="1600325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subTitle" idx="5"/>
          </p:nvPr>
        </p:nvSpPr>
        <p:spPr>
          <a:xfrm>
            <a:off x="3408500" y="2601333"/>
            <a:ext cx="50202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subTitle" idx="6"/>
          </p:nvPr>
        </p:nvSpPr>
        <p:spPr>
          <a:xfrm>
            <a:off x="3408200" y="3602149"/>
            <a:ext cx="5020800" cy="59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24"/>
          <p:cNvPicPr preferRelativeResize="0"/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91387" y="1031845"/>
            <a:ext cx="9326879" cy="41691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3" r:id="rId3"/>
    <p:sldLayoutId id="2147483655" r:id="rId4"/>
    <p:sldLayoutId id="2147483658" r:id="rId5"/>
    <p:sldLayoutId id="2147483659" r:id="rId6"/>
    <p:sldLayoutId id="2147483660" r:id="rId7"/>
    <p:sldLayoutId id="2147483664" r:id="rId8"/>
    <p:sldLayoutId id="2147483665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50">
          <p15:clr>
            <a:srgbClr val="EA4335"/>
          </p15:clr>
        </p15:guide>
        <p15:guide id="2" orient="horz" pos="337">
          <p15:clr>
            <a:srgbClr val="EA4335"/>
          </p15:clr>
        </p15:guide>
        <p15:guide id="3" pos="5310">
          <p15:clr>
            <a:srgbClr val="EA4335"/>
          </p15:clr>
        </p15:guide>
        <p15:guide id="4" orient="horz" pos="2903">
          <p15:clr>
            <a:srgbClr val="EA4335"/>
          </p15:clr>
        </p15:guide>
        <p15:guide id="5" pos="2880">
          <p15:clr>
            <a:srgbClr val="EA4335"/>
          </p15:clr>
        </p15:guide>
        <p15:guide id="6" orient="horz" pos="1620">
          <p15:clr>
            <a:srgbClr val="EA4335"/>
          </p15:clr>
        </p15:guide>
        <p15:guide id="7" pos="173">
          <p15:clr>
            <a:srgbClr val="EA4335"/>
          </p15:clr>
        </p15:guide>
        <p15:guide id="8" orient="horz" pos="173">
          <p15:clr>
            <a:srgbClr val="EA4335"/>
          </p15:clr>
        </p15:guide>
        <p15:guide id="9" pos="5587">
          <p15:clr>
            <a:srgbClr val="EA4335"/>
          </p15:clr>
        </p15:guide>
        <p15:guide id="10" orient="horz" pos="3067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9"/>
          <p:cNvSpPr txBox="1">
            <a:spLocks noGrp="1"/>
          </p:cNvSpPr>
          <p:nvPr>
            <p:ph type="ctrTitle"/>
          </p:nvPr>
        </p:nvSpPr>
        <p:spPr>
          <a:xfrm>
            <a:off x="1828800" y="1174903"/>
            <a:ext cx="5486400" cy="2469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THE GAME OF “TV-TENNIS”</a:t>
            </a:r>
            <a:endParaRPr dirty="0"/>
          </a:p>
        </p:txBody>
      </p:sp>
      <p:sp>
        <p:nvSpPr>
          <p:cNvPr id="413" name="Google Shape;413;p29"/>
          <p:cNvSpPr txBox="1">
            <a:spLocks noGrp="1"/>
          </p:cNvSpPr>
          <p:nvPr>
            <p:ph type="subTitle" idx="1"/>
          </p:nvPr>
        </p:nvSpPr>
        <p:spPr>
          <a:xfrm>
            <a:off x="3364434" y="3775884"/>
            <a:ext cx="3950766" cy="46691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Ларионова Ирина Дмитриевна, 25943</a:t>
            </a:r>
            <a:br>
              <a:rPr lang="ru-RU" dirty="0" smtClean="0"/>
            </a:br>
            <a:r>
              <a:rPr lang="ru-RU" dirty="0" smtClean="0"/>
              <a:t>Афанасьева Екатерина Александровна, 25943</a:t>
            </a:r>
            <a:endParaRPr dirty="0"/>
          </a:p>
        </p:txBody>
      </p:sp>
      <p:sp>
        <p:nvSpPr>
          <p:cNvPr id="414" name="Google Shape;414;p29"/>
          <p:cNvSpPr/>
          <p:nvPr/>
        </p:nvSpPr>
        <p:spPr>
          <a:xfrm rot="-2700000">
            <a:off x="7125203" y="4050192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5" name="Google Shape;415;p29"/>
          <p:cNvGrpSpPr/>
          <p:nvPr/>
        </p:nvGrpSpPr>
        <p:grpSpPr>
          <a:xfrm>
            <a:off x="136938" y="2571748"/>
            <a:ext cx="1827475" cy="1051350"/>
            <a:chOff x="274188" y="1278048"/>
            <a:chExt cx="1827475" cy="1051350"/>
          </a:xfrm>
        </p:grpSpPr>
        <p:sp>
          <p:nvSpPr>
            <p:cNvPr id="416" name="Google Shape;416;p29"/>
            <p:cNvSpPr/>
            <p:nvPr/>
          </p:nvSpPr>
          <p:spPr>
            <a:xfrm>
              <a:off x="364363" y="1369398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7" name="Google Shape;417;p29"/>
            <p:cNvGrpSpPr/>
            <p:nvPr/>
          </p:nvGrpSpPr>
          <p:grpSpPr>
            <a:xfrm>
              <a:off x="274188" y="1278048"/>
              <a:ext cx="1737300" cy="960000"/>
              <a:chOff x="7146475" y="2190661"/>
              <a:chExt cx="1737300" cy="960000"/>
            </a:xfrm>
          </p:grpSpPr>
          <p:sp>
            <p:nvSpPr>
              <p:cNvPr id="418" name="Google Shape;418;p29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419" name="Google Shape;419;p29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0" name="Google Shape;420;p29"/>
            <p:cNvGrpSpPr/>
            <p:nvPr/>
          </p:nvGrpSpPr>
          <p:grpSpPr>
            <a:xfrm>
              <a:off x="447057" y="1555937"/>
              <a:ext cx="1391436" cy="587426"/>
              <a:chOff x="817139" y="2952501"/>
              <a:chExt cx="1391436" cy="587426"/>
            </a:xfrm>
          </p:grpSpPr>
          <p:sp>
            <p:nvSpPr>
              <p:cNvPr id="421" name="Google Shape;421;p29"/>
              <p:cNvSpPr/>
              <p:nvPr/>
            </p:nvSpPr>
            <p:spPr>
              <a:xfrm>
                <a:off x="834354" y="3033062"/>
                <a:ext cx="328236" cy="324038"/>
              </a:xfrm>
              <a:custGeom>
                <a:avLst/>
                <a:gdLst/>
                <a:ahLst/>
                <a:cxnLst/>
                <a:rect l="l" t="t" r="r" b="b"/>
                <a:pathLst>
                  <a:path w="8732" h="8733" extrusionOk="0">
                    <a:moveTo>
                      <a:pt x="4366" y="1"/>
                    </a:moveTo>
                    <a:cubicBezTo>
                      <a:pt x="1951" y="1"/>
                      <a:pt x="0" y="1952"/>
                      <a:pt x="0" y="4366"/>
                    </a:cubicBezTo>
                    <a:cubicBezTo>
                      <a:pt x="0" y="6757"/>
                      <a:pt x="1951" y="8732"/>
                      <a:pt x="4366" y="8732"/>
                    </a:cubicBezTo>
                    <a:cubicBezTo>
                      <a:pt x="6780" y="8732"/>
                      <a:pt x="8732" y="6757"/>
                      <a:pt x="8732" y="4366"/>
                    </a:cubicBezTo>
                    <a:cubicBezTo>
                      <a:pt x="8732" y="1952"/>
                      <a:pt x="6780" y="1"/>
                      <a:pt x="43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Google Shape;422;p29"/>
              <p:cNvSpPr/>
              <p:nvPr/>
            </p:nvSpPr>
            <p:spPr>
              <a:xfrm>
                <a:off x="817139" y="3173107"/>
                <a:ext cx="735110" cy="366820"/>
              </a:xfrm>
              <a:custGeom>
                <a:avLst/>
                <a:gdLst/>
                <a:ahLst/>
                <a:cxnLst/>
                <a:rect l="l" t="t" r="r" b="b"/>
                <a:pathLst>
                  <a:path w="19556" h="9886" extrusionOk="0">
                    <a:moveTo>
                      <a:pt x="10025" y="0"/>
                    </a:moveTo>
                    <a:cubicBezTo>
                      <a:pt x="7970" y="0"/>
                      <a:pt x="5937" y="1254"/>
                      <a:pt x="5263" y="3544"/>
                    </a:cubicBezTo>
                    <a:cubicBezTo>
                      <a:pt x="4773" y="3298"/>
                      <a:pt x="4258" y="3184"/>
                      <a:pt x="3754" y="3184"/>
                    </a:cubicBezTo>
                    <a:cubicBezTo>
                      <a:pt x="2252" y="3184"/>
                      <a:pt x="848" y="4199"/>
                      <a:pt x="482" y="5787"/>
                    </a:cubicBezTo>
                    <a:cubicBezTo>
                      <a:pt x="0" y="7884"/>
                      <a:pt x="1590" y="9886"/>
                      <a:pt x="3723" y="9886"/>
                    </a:cubicBezTo>
                    <a:cubicBezTo>
                      <a:pt x="3748" y="9886"/>
                      <a:pt x="3774" y="9885"/>
                      <a:pt x="3799" y="9885"/>
                    </a:cubicBezTo>
                    <a:lnTo>
                      <a:pt x="15531" y="9885"/>
                    </a:lnTo>
                    <a:cubicBezTo>
                      <a:pt x="17750" y="9885"/>
                      <a:pt x="19555" y="8104"/>
                      <a:pt x="19555" y="5885"/>
                    </a:cubicBezTo>
                    <a:cubicBezTo>
                      <a:pt x="19555" y="3641"/>
                      <a:pt x="17750" y="1861"/>
                      <a:pt x="15531" y="1861"/>
                    </a:cubicBezTo>
                    <a:cubicBezTo>
                      <a:pt x="15019" y="1861"/>
                      <a:pt x="14531" y="1958"/>
                      <a:pt x="14068" y="2129"/>
                    </a:cubicBezTo>
                    <a:cubicBezTo>
                      <a:pt x="13064" y="681"/>
                      <a:pt x="11538" y="0"/>
                      <a:pt x="100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Google Shape;423;p29"/>
              <p:cNvSpPr/>
              <p:nvPr/>
            </p:nvSpPr>
            <p:spPr>
              <a:xfrm>
                <a:off x="1739143" y="2952501"/>
                <a:ext cx="162314" cy="219958"/>
              </a:xfrm>
              <a:custGeom>
                <a:avLst/>
                <a:gdLst/>
                <a:ahLst/>
                <a:cxnLst/>
                <a:rect l="l" t="t" r="r" b="b"/>
                <a:pathLst>
                  <a:path w="4318" h="5928" extrusionOk="0">
                    <a:moveTo>
                      <a:pt x="2245" y="1"/>
                    </a:moveTo>
                    <a:cubicBezTo>
                      <a:pt x="1976" y="1"/>
                      <a:pt x="1708" y="25"/>
                      <a:pt x="1440" y="99"/>
                    </a:cubicBezTo>
                    <a:cubicBezTo>
                      <a:pt x="1196" y="147"/>
                      <a:pt x="976" y="245"/>
                      <a:pt x="757" y="367"/>
                    </a:cubicBezTo>
                    <a:cubicBezTo>
                      <a:pt x="489" y="513"/>
                      <a:pt x="245" y="708"/>
                      <a:pt x="1" y="928"/>
                    </a:cubicBezTo>
                    <a:lnTo>
                      <a:pt x="854" y="1952"/>
                    </a:lnTo>
                    <a:cubicBezTo>
                      <a:pt x="1050" y="1757"/>
                      <a:pt x="1269" y="1611"/>
                      <a:pt x="1489" y="1464"/>
                    </a:cubicBezTo>
                    <a:cubicBezTo>
                      <a:pt x="1659" y="1367"/>
                      <a:pt x="1854" y="1318"/>
                      <a:pt x="2049" y="1318"/>
                    </a:cubicBezTo>
                    <a:cubicBezTo>
                      <a:pt x="2196" y="1318"/>
                      <a:pt x="2367" y="1367"/>
                      <a:pt x="2464" y="1440"/>
                    </a:cubicBezTo>
                    <a:cubicBezTo>
                      <a:pt x="2562" y="1538"/>
                      <a:pt x="2635" y="1684"/>
                      <a:pt x="2610" y="1806"/>
                    </a:cubicBezTo>
                    <a:cubicBezTo>
                      <a:pt x="2610" y="1928"/>
                      <a:pt x="2586" y="2050"/>
                      <a:pt x="2537" y="2172"/>
                    </a:cubicBezTo>
                    <a:cubicBezTo>
                      <a:pt x="2488" y="2318"/>
                      <a:pt x="2391" y="2440"/>
                      <a:pt x="2293" y="2562"/>
                    </a:cubicBezTo>
                    <a:cubicBezTo>
                      <a:pt x="2171" y="2733"/>
                      <a:pt x="1879" y="3025"/>
                      <a:pt x="1489" y="3440"/>
                    </a:cubicBezTo>
                    <a:lnTo>
                      <a:pt x="50" y="4903"/>
                    </a:lnTo>
                    <a:lnTo>
                      <a:pt x="50" y="5928"/>
                    </a:lnTo>
                    <a:lnTo>
                      <a:pt x="4318" y="5928"/>
                    </a:lnTo>
                    <a:lnTo>
                      <a:pt x="4318" y="4659"/>
                    </a:lnTo>
                    <a:lnTo>
                      <a:pt x="2098" y="4659"/>
                    </a:lnTo>
                    <a:lnTo>
                      <a:pt x="2098" y="4611"/>
                    </a:lnTo>
                    <a:cubicBezTo>
                      <a:pt x="2757" y="4050"/>
                      <a:pt x="3171" y="3635"/>
                      <a:pt x="3367" y="3440"/>
                    </a:cubicBezTo>
                    <a:cubicBezTo>
                      <a:pt x="3562" y="3245"/>
                      <a:pt x="3708" y="3050"/>
                      <a:pt x="3854" y="2830"/>
                    </a:cubicBezTo>
                    <a:cubicBezTo>
                      <a:pt x="4098" y="2464"/>
                      <a:pt x="4220" y="2025"/>
                      <a:pt x="4220" y="1611"/>
                    </a:cubicBezTo>
                    <a:cubicBezTo>
                      <a:pt x="4220" y="1294"/>
                      <a:pt x="4123" y="1025"/>
                      <a:pt x="3952" y="781"/>
                    </a:cubicBezTo>
                    <a:cubicBezTo>
                      <a:pt x="3781" y="513"/>
                      <a:pt x="3562" y="318"/>
                      <a:pt x="3269" y="196"/>
                    </a:cubicBezTo>
                    <a:cubicBezTo>
                      <a:pt x="2952" y="50"/>
                      <a:pt x="2610" y="1"/>
                      <a:pt x="224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29"/>
              <p:cNvSpPr/>
              <p:nvPr/>
            </p:nvSpPr>
            <p:spPr>
              <a:xfrm>
                <a:off x="1926175" y="2955247"/>
                <a:ext cx="129310" cy="217213"/>
              </a:xfrm>
              <a:custGeom>
                <a:avLst/>
                <a:gdLst/>
                <a:ahLst/>
                <a:cxnLst/>
                <a:rect l="l" t="t" r="r" b="b"/>
                <a:pathLst>
                  <a:path w="3440" h="5854" extrusionOk="0">
                    <a:moveTo>
                      <a:pt x="2000" y="0"/>
                    </a:moveTo>
                    <a:lnTo>
                      <a:pt x="0" y="1659"/>
                    </a:lnTo>
                    <a:lnTo>
                      <a:pt x="805" y="2659"/>
                    </a:lnTo>
                    <a:lnTo>
                      <a:pt x="1488" y="2122"/>
                    </a:lnTo>
                    <a:cubicBezTo>
                      <a:pt x="1610" y="2000"/>
                      <a:pt x="1732" y="1878"/>
                      <a:pt x="1854" y="1732"/>
                    </a:cubicBezTo>
                    <a:lnTo>
                      <a:pt x="1854" y="1732"/>
                    </a:lnTo>
                    <a:cubicBezTo>
                      <a:pt x="1829" y="2049"/>
                      <a:pt x="1829" y="2390"/>
                      <a:pt x="1829" y="2756"/>
                    </a:cubicBezTo>
                    <a:lnTo>
                      <a:pt x="1829" y="5854"/>
                    </a:lnTo>
                    <a:lnTo>
                      <a:pt x="3439" y="5854"/>
                    </a:lnTo>
                    <a:lnTo>
                      <a:pt x="343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29"/>
              <p:cNvSpPr/>
              <p:nvPr/>
            </p:nvSpPr>
            <p:spPr>
              <a:xfrm>
                <a:off x="2096669" y="2952501"/>
                <a:ext cx="111905" cy="112354"/>
              </a:xfrm>
              <a:custGeom>
                <a:avLst/>
                <a:gdLst/>
                <a:ahLst/>
                <a:cxnLst/>
                <a:rect l="l" t="t" r="r" b="b"/>
                <a:pathLst>
                  <a:path w="2977" h="3028" extrusionOk="0">
                    <a:moveTo>
                      <a:pt x="1537" y="830"/>
                    </a:moveTo>
                    <a:cubicBezTo>
                      <a:pt x="1806" y="830"/>
                      <a:pt x="1928" y="1050"/>
                      <a:pt x="1928" y="1513"/>
                    </a:cubicBezTo>
                    <a:cubicBezTo>
                      <a:pt x="1928" y="1977"/>
                      <a:pt x="1806" y="2220"/>
                      <a:pt x="1537" y="2220"/>
                    </a:cubicBezTo>
                    <a:cubicBezTo>
                      <a:pt x="1415" y="2220"/>
                      <a:pt x="1293" y="2147"/>
                      <a:pt x="1220" y="2050"/>
                    </a:cubicBezTo>
                    <a:cubicBezTo>
                      <a:pt x="1147" y="1879"/>
                      <a:pt x="1123" y="1684"/>
                      <a:pt x="1123" y="1513"/>
                    </a:cubicBezTo>
                    <a:lnTo>
                      <a:pt x="1147" y="1513"/>
                    </a:lnTo>
                    <a:cubicBezTo>
                      <a:pt x="1147" y="1050"/>
                      <a:pt x="1269" y="830"/>
                      <a:pt x="1537" y="830"/>
                    </a:cubicBezTo>
                    <a:close/>
                    <a:moveTo>
                      <a:pt x="1562" y="1"/>
                    </a:moveTo>
                    <a:cubicBezTo>
                      <a:pt x="1171" y="1"/>
                      <a:pt x="781" y="147"/>
                      <a:pt x="513" y="416"/>
                    </a:cubicBezTo>
                    <a:cubicBezTo>
                      <a:pt x="1" y="1050"/>
                      <a:pt x="1" y="1977"/>
                      <a:pt x="513" y="2611"/>
                    </a:cubicBezTo>
                    <a:cubicBezTo>
                      <a:pt x="764" y="2862"/>
                      <a:pt x="1101" y="3028"/>
                      <a:pt x="1463" y="3028"/>
                    </a:cubicBezTo>
                    <a:cubicBezTo>
                      <a:pt x="1488" y="3028"/>
                      <a:pt x="1513" y="3027"/>
                      <a:pt x="1537" y="3025"/>
                    </a:cubicBezTo>
                    <a:cubicBezTo>
                      <a:pt x="1565" y="3027"/>
                      <a:pt x="1593" y="3028"/>
                      <a:pt x="1621" y="3028"/>
                    </a:cubicBezTo>
                    <a:cubicBezTo>
                      <a:pt x="1980" y="3028"/>
                      <a:pt x="2314" y="2882"/>
                      <a:pt x="2586" y="2611"/>
                    </a:cubicBezTo>
                    <a:cubicBezTo>
                      <a:pt x="2854" y="2318"/>
                      <a:pt x="2976" y="1928"/>
                      <a:pt x="2952" y="1513"/>
                    </a:cubicBezTo>
                    <a:cubicBezTo>
                      <a:pt x="2976" y="1123"/>
                      <a:pt x="2830" y="733"/>
                      <a:pt x="2586" y="416"/>
                    </a:cubicBezTo>
                    <a:cubicBezTo>
                      <a:pt x="2318" y="147"/>
                      <a:pt x="1928" y="1"/>
                      <a:pt x="15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6" name="Google Shape;426;p29"/>
          <p:cNvSpPr/>
          <p:nvPr/>
        </p:nvSpPr>
        <p:spPr>
          <a:xfrm>
            <a:off x="1099325" y="425927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7" name="Google Shape;427;p29"/>
          <p:cNvGrpSpPr/>
          <p:nvPr/>
        </p:nvGrpSpPr>
        <p:grpSpPr>
          <a:xfrm>
            <a:off x="6761147" y="3414805"/>
            <a:ext cx="689546" cy="208288"/>
            <a:chOff x="6761147" y="3414805"/>
            <a:chExt cx="689546" cy="208288"/>
          </a:xfrm>
        </p:grpSpPr>
        <p:sp>
          <p:nvSpPr>
            <p:cNvPr id="428" name="Google Shape;428;p29"/>
            <p:cNvSpPr/>
            <p:nvPr/>
          </p:nvSpPr>
          <p:spPr>
            <a:xfrm>
              <a:off x="6993487" y="3563457"/>
              <a:ext cx="457207" cy="59636"/>
            </a:xfrm>
            <a:custGeom>
              <a:avLst/>
              <a:gdLst/>
              <a:ahLst/>
              <a:cxnLst/>
              <a:rect l="l" t="t" r="r" b="b"/>
              <a:pathLst>
                <a:path w="8294" h="952" extrusionOk="0">
                  <a:moveTo>
                    <a:pt x="415" y="0"/>
                  </a:moveTo>
                  <a:cubicBezTo>
                    <a:pt x="757" y="0"/>
                    <a:pt x="952" y="439"/>
                    <a:pt x="708" y="683"/>
                  </a:cubicBezTo>
                  <a:cubicBezTo>
                    <a:pt x="440" y="951"/>
                    <a:pt x="1" y="756"/>
                    <a:pt x="25" y="390"/>
                  </a:cubicBezTo>
                  <a:cubicBezTo>
                    <a:pt x="25" y="171"/>
                    <a:pt x="196" y="0"/>
                    <a:pt x="415" y="0"/>
                  </a:cubicBezTo>
                  <a:close/>
                  <a:moveTo>
                    <a:pt x="7757" y="0"/>
                  </a:moveTo>
                  <a:cubicBezTo>
                    <a:pt x="8123" y="0"/>
                    <a:pt x="8293" y="439"/>
                    <a:pt x="8025" y="683"/>
                  </a:cubicBezTo>
                  <a:cubicBezTo>
                    <a:pt x="7781" y="951"/>
                    <a:pt x="7342" y="756"/>
                    <a:pt x="7342" y="415"/>
                  </a:cubicBezTo>
                  <a:cubicBezTo>
                    <a:pt x="7342" y="195"/>
                    <a:pt x="7537" y="0"/>
                    <a:pt x="7757" y="0"/>
                  </a:cubicBezTo>
                  <a:close/>
                  <a:moveTo>
                    <a:pt x="5928" y="0"/>
                  </a:moveTo>
                  <a:cubicBezTo>
                    <a:pt x="6293" y="24"/>
                    <a:pt x="6440" y="463"/>
                    <a:pt x="6171" y="707"/>
                  </a:cubicBezTo>
                  <a:cubicBezTo>
                    <a:pt x="5903" y="951"/>
                    <a:pt x="5488" y="756"/>
                    <a:pt x="5513" y="390"/>
                  </a:cubicBezTo>
                  <a:cubicBezTo>
                    <a:pt x="5513" y="171"/>
                    <a:pt x="5684" y="0"/>
                    <a:pt x="5903" y="0"/>
                  </a:cubicBezTo>
                  <a:close/>
                  <a:moveTo>
                    <a:pt x="4098" y="0"/>
                  </a:moveTo>
                  <a:cubicBezTo>
                    <a:pt x="4464" y="24"/>
                    <a:pt x="4610" y="463"/>
                    <a:pt x="4342" y="707"/>
                  </a:cubicBezTo>
                  <a:cubicBezTo>
                    <a:pt x="4074" y="951"/>
                    <a:pt x="3659" y="756"/>
                    <a:pt x="3684" y="390"/>
                  </a:cubicBezTo>
                  <a:cubicBezTo>
                    <a:pt x="3684" y="171"/>
                    <a:pt x="3854" y="0"/>
                    <a:pt x="4074" y="0"/>
                  </a:cubicBezTo>
                  <a:close/>
                  <a:moveTo>
                    <a:pt x="2269" y="0"/>
                  </a:moveTo>
                  <a:cubicBezTo>
                    <a:pt x="2635" y="24"/>
                    <a:pt x="2781" y="463"/>
                    <a:pt x="2513" y="707"/>
                  </a:cubicBezTo>
                  <a:cubicBezTo>
                    <a:pt x="2245" y="951"/>
                    <a:pt x="1830" y="756"/>
                    <a:pt x="1854" y="390"/>
                  </a:cubicBezTo>
                  <a:cubicBezTo>
                    <a:pt x="1854" y="171"/>
                    <a:pt x="2025" y="0"/>
                    <a:pt x="224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9"/>
            <p:cNvSpPr/>
            <p:nvPr/>
          </p:nvSpPr>
          <p:spPr>
            <a:xfrm>
              <a:off x="6761147" y="3414805"/>
              <a:ext cx="457196" cy="57149"/>
            </a:xfrm>
            <a:custGeom>
              <a:avLst/>
              <a:gdLst/>
              <a:ahLst/>
              <a:cxnLst/>
              <a:rect l="l" t="t" r="r" b="b"/>
              <a:pathLst>
                <a:path w="11732" h="1391" extrusionOk="0">
                  <a:moveTo>
                    <a:pt x="11488" y="854"/>
                  </a:moveTo>
                  <a:cubicBezTo>
                    <a:pt x="11708" y="878"/>
                    <a:pt x="11732" y="1220"/>
                    <a:pt x="11488" y="1244"/>
                  </a:cubicBezTo>
                  <a:cubicBezTo>
                    <a:pt x="11220" y="1244"/>
                    <a:pt x="10952" y="1098"/>
                    <a:pt x="10805" y="854"/>
                  </a:cubicBezTo>
                  <a:cubicBezTo>
                    <a:pt x="10683" y="708"/>
                    <a:pt x="10561" y="537"/>
                    <a:pt x="10366" y="537"/>
                  </a:cubicBezTo>
                  <a:cubicBezTo>
                    <a:pt x="10171" y="537"/>
                    <a:pt x="10049" y="683"/>
                    <a:pt x="9927" y="854"/>
                  </a:cubicBezTo>
                  <a:cubicBezTo>
                    <a:pt x="9781" y="1098"/>
                    <a:pt x="9513" y="1244"/>
                    <a:pt x="9244" y="1244"/>
                  </a:cubicBezTo>
                  <a:cubicBezTo>
                    <a:pt x="8952" y="1244"/>
                    <a:pt x="8708" y="1098"/>
                    <a:pt x="8561" y="854"/>
                  </a:cubicBezTo>
                  <a:cubicBezTo>
                    <a:pt x="8439" y="708"/>
                    <a:pt x="8293" y="537"/>
                    <a:pt x="8122" y="537"/>
                  </a:cubicBezTo>
                  <a:cubicBezTo>
                    <a:pt x="7927" y="537"/>
                    <a:pt x="7805" y="683"/>
                    <a:pt x="7683" y="854"/>
                  </a:cubicBezTo>
                  <a:cubicBezTo>
                    <a:pt x="7537" y="1098"/>
                    <a:pt x="7269" y="1244"/>
                    <a:pt x="6976" y="1244"/>
                  </a:cubicBezTo>
                  <a:cubicBezTo>
                    <a:pt x="6708" y="1244"/>
                    <a:pt x="6439" y="1098"/>
                    <a:pt x="6293" y="854"/>
                  </a:cubicBezTo>
                  <a:cubicBezTo>
                    <a:pt x="6171" y="708"/>
                    <a:pt x="6049" y="537"/>
                    <a:pt x="5854" y="537"/>
                  </a:cubicBezTo>
                  <a:cubicBezTo>
                    <a:pt x="5683" y="537"/>
                    <a:pt x="5561" y="683"/>
                    <a:pt x="5415" y="854"/>
                  </a:cubicBezTo>
                  <a:cubicBezTo>
                    <a:pt x="5122" y="1391"/>
                    <a:pt x="4342" y="1391"/>
                    <a:pt x="4049" y="854"/>
                  </a:cubicBezTo>
                  <a:cubicBezTo>
                    <a:pt x="3927" y="708"/>
                    <a:pt x="3805" y="537"/>
                    <a:pt x="3610" y="537"/>
                  </a:cubicBezTo>
                  <a:cubicBezTo>
                    <a:pt x="3415" y="537"/>
                    <a:pt x="3318" y="683"/>
                    <a:pt x="3171" y="854"/>
                  </a:cubicBezTo>
                  <a:cubicBezTo>
                    <a:pt x="2879" y="1391"/>
                    <a:pt x="2098" y="1391"/>
                    <a:pt x="1805" y="854"/>
                  </a:cubicBezTo>
                  <a:cubicBezTo>
                    <a:pt x="1683" y="708"/>
                    <a:pt x="1561" y="537"/>
                    <a:pt x="1366" y="537"/>
                  </a:cubicBezTo>
                  <a:cubicBezTo>
                    <a:pt x="1171" y="537"/>
                    <a:pt x="1074" y="683"/>
                    <a:pt x="927" y="854"/>
                  </a:cubicBezTo>
                  <a:cubicBezTo>
                    <a:pt x="781" y="1098"/>
                    <a:pt x="513" y="1244"/>
                    <a:pt x="244" y="1244"/>
                  </a:cubicBezTo>
                  <a:cubicBezTo>
                    <a:pt x="1" y="1220"/>
                    <a:pt x="1" y="878"/>
                    <a:pt x="244" y="854"/>
                  </a:cubicBezTo>
                  <a:cubicBezTo>
                    <a:pt x="391" y="854"/>
                    <a:pt x="513" y="732"/>
                    <a:pt x="635" y="586"/>
                  </a:cubicBezTo>
                  <a:cubicBezTo>
                    <a:pt x="781" y="317"/>
                    <a:pt x="1074" y="171"/>
                    <a:pt x="1366" y="147"/>
                  </a:cubicBezTo>
                  <a:cubicBezTo>
                    <a:pt x="1659" y="171"/>
                    <a:pt x="1952" y="317"/>
                    <a:pt x="2098" y="586"/>
                  </a:cubicBezTo>
                  <a:cubicBezTo>
                    <a:pt x="2220" y="732"/>
                    <a:pt x="2342" y="854"/>
                    <a:pt x="2488" y="854"/>
                  </a:cubicBezTo>
                  <a:lnTo>
                    <a:pt x="2488" y="854"/>
                  </a:lnTo>
                  <a:cubicBezTo>
                    <a:pt x="2635" y="854"/>
                    <a:pt x="2757" y="732"/>
                    <a:pt x="2879" y="586"/>
                  </a:cubicBezTo>
                  <a:cubicBezTo>
                    <a:pt x="3196" y="0"/>
                    <a:pt x="4025" y="0"/>
                    <a:pt x="4342" y="586"/>
                  </a:cubicBezTo>
                  <a:cubicBezTo>
                    <a:pt x="4464" y="732"/>
                    <a:pt x="4586" y="854"/>
                    <a:pt x="4732" y="854"/>
                  </a:cubicBezTo>
                  <a:lnTo>
                    <a:pt x="4781" y="854"/>
                  </a:lnTo>
                  <a:cubicBezTo>
                    <a:pt x="4927" y="854"/>
                    <a:pt x="5025" y="732"/>
                    <a:pt x="5147" y="586"/>
                  </a:cubicBezTo>
                  <a:cubicBezTo>
                    <a:pt x="5318" y="317"/>
                    <a:pt x="5586" y="171"/>
                    <a:pt x="5878" y="147"/>
                  </a:cubicBezTo>
                  <a:cubicBezTo>
                    <a:pt x="6196" y="171"/>
                    <a:pt x="6464" y="317"/>
                    <a:pt x="6635" y="586"/>
                  </a:cubicBezTo>
                  <a:cubicBezTo>
                    <a:pt x="6757" y="732"/>
                    <a:pt x="6854" y="854"/>
                    <a:pt x="7000" y="854"/>
                  </a:cubicBezTo>
                  <a:lnTo>
                    <a:pt x="7025" y="854"/>
                  </a:lnTo>
                  <a:cubicBezTo>
                    <a:pt x="7171" y="854"/>
                    <a:pt x="7293" y="732"/>
                    <a:pt x="7391" y="586"/>
                  </a:cubicBezTo>
                  <a:cubicBezTo>
                    <a:pt x="7708" y="0"/>
                    <a:pt x="8561" y="0"/>
                    <a:pt x="8878" y="586"/>
                  </a:cubicBezTo>
                  <a:cubicBezTo>
                    <a:pt x="9000" y="732"/>
                    <a:pt x="9098" y="854"/>
                    <a:pt x="9244" y="854"/>
                  </a:cubicBezTo>
                  <a:lnTo>
                    <a:pt x="9269" y="854"/>
                  </a:lnTo>
                  <a:cubicBezTo>
                    <a:pt x="9415" y="854"/>
                    <a:pt x="9537" y="732"/>
                    <a:pt x="9659" y="586"/>
                  </a:cubicBezTo>
                  <a:cubicBezTo>
                    <a:pt x="9805" y="317"/>
                    <a:pt x="10074" y="171"/>
                    <a:pt x="10391" y="147"/>
                  </a:cubicBezTo>
                  <a:cubicBezTo>
                    <a:pt x="10683" y="171"/>
                    <a:pt x="10976" y="317"/>
                    <a:pt x="11122" y="586"/>
                  </a:cubicBezTo>
                  <a:cubicBezTo>
                    <a:pt x="11244" y="732"/>
                    <a:pt x="11342" y="854"/>
                    <a:pt x="11488" y="85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0" name="Google Shape;430;p29"/>
          <p:cNvGrpSpPr/>
          <p:nvPr/>
        </p:nvGrpSpPr>
        <p:grpSpPr>
          <a:xfrm>
            <a:off x="136938" y="1047512"/>
            <a:ext cx="1371600" cy="1375875"/>
            <a:chOff x="299013" y="1079125"/>
            <a:chExt cx="1371600" cy="1375875"/>
          </a:xfrm>
        </p:grpSpPr>
        <p:sp>
          <p:nvSpPr>
            <p:cNvPr id="431" name="Google Shape;431;p29"/>
            <p:cNvSpPr/>
            <p:nvPr/>
          </p:nvSpPr>
          <p:spPr>
            <a:xfrm>
              <a:off x="390513" y="1174900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29"/>
            <p:cNvSpPr/>
            <p:nvPr/>
          </p:nvSpPr>
          <p:spPr>
            <a:xfrm>
              <a:off x="299013" y="1079125"/>
              <a:ext cx="1280100" cy="12801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33" name="Google Shape;433;p29"/>
            <p:cNvGrpSpPr/>
            <p:nvPr/>
          </p:nvGrpSpPr>
          <p:grpSpPr>
            <a:xfrm>
              <a:off x="396400" y="1384064"/>
              <a:ext cx="1085400" cy="635100"/>
              <a:chOff x="396400" y="1399225"/>
              <a:chExt cx="1085400" cy="635100"/>
            </a:xfrm>
          </p:grpSpPr>
          <p:sp>
            <p:nvSpPr>
              <p:cNvPr id="434" name="Google Shape;434;p29"/>
              <p:cNvSpPr/>
              <p:nvPr/>
            </p:nvSpPr>
            <p:spPr>
              <a:xfrm>
                <a:off x="396400" y="1399225"/>
                <a:ext cx="1085400" cy="635100"/>
              </a:xfrm>
              <a:prstGeom prst="roundRect">
                <a:avLst>
                  <a:gd name="adj" fmla="val 0"/>
                </a:avLst>
              </a:pr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435" name="Google Shape;435;p29"/>
              <p:cNvGrpSpPr/>
              <p:nvPr/>
            </p:nvGrpSpPr>
            <p:grpSpPr>
              <a:xfrm>
                <a:off x="712181" y="1506835"/>
                <a:ext cx="453838" cy="419880"/>
                <a:chOff x="733647" y="1423686"/>
                <a:chExt cx="453838" cy="419880"/>
              </a:xfrm>
            </p:grpSpPr>
            <p:sp>
              <p:nvSpPr>
                <p:cNvPr id="436" name="Google Shape;436;p29"/>
                <p:cNvSpPr/>
                <p:nvPr/>
              </p:nvSpPr>
              <p:spPr>
                <a:xfrm>
                  <a:off x="733647" y="1423686"/>
                  <a:ext cx="453838" cy="4198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781" h="9055" extrusionOk="0">
                      <a:moveTo>
                        <a:pt x="4904" y="1"/>
                      </a:moveTo>
                      <a:cubicBezTo>
                        <a:pt x="4654" y="1"/>
                        <a:pt x="4401" y="21"/>
                        <a:pt x="4147" y="64"/>
                      </a:cubicBezTo>
                      <a:cubicBezTo>
                        <a:pt x="1659" y="479"/>
                        <a:pt x="1" y="2820"/>
                        <a:pt x="440" y="5284"/>
                      </a:cubicBezTo>
                      <a:cubicBezTo>
                        <a:pt x="811" y="7493"/>
                        <a:pt x="2733" y="9054"/>
                        <a:pt x="4902" y="9054"/>
                      </a:cubicBezTo>
                      <a:cubicBezTo>
                        <a:pt x="5152" y="9054"/>
                        <a:pt x="5405" y="9034"/>
                        <a:pt x="5659" y="8991"/>
                      </a:cubicBezTo>
                      <a:cubicBezTo>
                        <a:pt x="8122" y="8576"/>
                        <a:pt x="9781" y="6235"/>
                        <a:pt x="9366" y="3771"/>
                      </a:cubicBezTo>
                      <a:cubicBezTo>
                        <a:pt x="8994" y="1562"/>
                        <a:pt x="7073" y="1"/>
                        <a:pt x="4904" y="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437" name="Google Shape;437;p29"/>
                <p:cNvSpPr/>
                <p:nvPr/>
              </p:nvSpPr>
              <p:spPr>
                <a:xfrm>
                  <a:off x="898875" y="1539755"/>
                  <a:ext cx="163003" cy="1889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13" h="4074" extrusionOk="0">
                      <a:moveTo>
                        <a:pt x="1" y="0"/>
                      </a:moveTo>
                      <a:lnTo>
                        <a:pt x="1" y="4073"/>
                      </a:lnTo>
                      <a:lnTo>
                        <a:pt x="3513" y="2024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438" name="Google Shape;438;p29"/>
            <p:cNvGrpSpPr/>
            <p:nvPr/>
          </p:nvGrpSpPr>
          <p:grpSpPr>
            <a:xfrm>
              <a:off x="396391" y="2141102"/>
              <a:ext cx="1085342" cy="96171"/>
              <a:chOff x="417899" y="2116530"/>
              <a:chExt cx="1085342" cy="96171"/>
            </a:xfrm>
          </p:grpSpPr>
          <p:sp>
            <p:nvSpPr>
              <p:cNvPr id="439" name="Google Shape;439;p29"/>
              <p:cNvSpPr/>
              <p:nvPr/>
            </p:nvSpPr>
            <p:spPr>
              <a:xfrm>
                <a:off x="417899" y="2116530"/>
                <a:ext cx="1085342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23391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22366" y="2074"/>
                    </a:lnTo>
                    <a:cubicBezTo>
                      <a:pt x="22927" y="2074"/>
                      <a:pt x="23391" y="1611"/>
                      <a:pt x="23391" y="1050"/>
                    </a:cubicBezTo>
                    <a:cubicBezTo>
                      <a:pt x="23391" y="464"/>
                      <a:pt x="22927" y="1"/>
                      <a:pt x="2236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9"/>
              <p:cNvSpPr/>
              <p:nvPr/>
            </p:nvSpPr>
            <p:spPr>
              <a:xfrm>
                <a:off x="417899" y="2116530"/>
                <a:ext cx="555733" cy="96171"/>
              </a:xfrm>
              <a:custGeom>
                <a:avLst/>
                <a:gdLst/>
                <a:ahLst/>
                <a:cxnLst/>
                <a:rect l="l" t="t" r="r" b="b"/>
                <a:pathLst>
                  <a:path w="11977" h="2074" extrusionOk="0">
                    <a:moveTo>
                      <a:pt x="1025" y="1"/>
                    </a:moveTo>
                    <a:cubicBezTo>
                      <a:pt x="464" y="1"/>
                      <a:pt x="1" y="464"/>
                      <a:pt x="1" y="1050"/>
                    </a:cubicBezTo>
                    <a:cubicBezTo>
                      <a:pt x="1" y="1611"/>
                      <a:pt x="464" y="2074"/>
                      <a:pt x="1025" y="2074"/>
                    </a:cubicBezTo>
                    <a:lnTo>
                      <a:pt x="11976" y="2074"/>
                    </a:lnTo>
                    <a:lnTo>
                      <a:pt x="11976" y="1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441" name="Google Shape;441;p29"/>
            <p:cNvCxnSpPr/>
            <p:nvPr/>
          </p:nvCxnSpPr>
          <p:spPr>
            <a:xfrm>
              <a:off x="308975" y="1262125"/>
              <a:ext cx="12633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442" name="Google Shape;442;p29"/>
          <p:cNvGrpSpPr/>
          <p:nvPr/>
        </p:nvGrpSpPr>
        <p:grpSpPr>
          <a:xfrm>
            <a:off x="7450704" y="1174899"/>
            <a:ext cx="1646100" cy="1188900"/>
            <a:chOff x="7403363" y="1047512"/>
            <a:chExt cx="1646100" cy="1188900"/>
          </a:xfrm>
        </p:grpSpPr>
        <p:sp>
          <p:nvSpPr>
            <p:cNvPr id="443" name="Google Shape;443;p29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9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45" name="Google Shape;445;p29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46" name="Google Shape;446;p29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29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29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49" name="Google Shape;449;p29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450" name="Google Shape;450;p29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9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52" name="Google Shape;452;p29"/>
          <p:cNvGrpSpPr/>
          <p:nvPr/>
        </p:nvGrpSpPr>
        <p:grpSpPr>
          <a:xfrm>
            <a:off x="7855413" y="2571747"/>
            <a:ext cx="836668" cy="1371596"/>
            <a:chOff x="2771692" y="3497697"/>
            <a:chExt cx="836668" cy="1371596"/>
          </a:xfrm>
        </p:grpSpPr>
        <p:sp>
          <p:nvSpPr>
            <p:cNvPr id="453" name="Google Shape;453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29"/>
            <p:cNvSpPr/>
            <p:nvPr/>
          </p:nvSpPr>
          <p:spPr>
            <a:xfrm>
              <a:off x="2771692" y="3497697"/>
              <a:ext cx="836668" cy="1371596"/>
            </a:xfrm>
            <a:custGeom>
              <a:avLst/>
              <a:gdLst/>
              <a:ahLst/>
              <a:cxnLst/>
              <a:rect l="l" t="t" r="r" b="b"/>
              <a:pathLst>
                <a:path w="9513" h="15683" extrusionOk="0">
                  <a:moveTo>
                    <a:pt x="4757" y="0"/>
                  </a:moveTo>
                  <a:cubicBezTo>
                    <a:pt x="7391" y="0"/>
                    <a:pt x="9513" y="2122"/>
                    <a:pt x="9513" y="4756"/>
                  </a:cubicBezTo>
                  <a:lnTo>
                    <a:pt x="9513" y="11049"/>
                  </a:lnTo>
                  <a:cubicBezTo>
                    <a:pt x="9464" y="13634"/>
                    <a:pt x="7342" y="15683"/>
                    <a:pt x="4757" y="15683"/>
                  </a:cubicBezTo>
                  <a:cubicBezTo>
                    <a:pt x="2172" y="15683"/>
                    <a:pt x="74" y="13634"/>
                    <a:pt x="1" y="11049"/>
                  </a:cubicBezTo>
                  <a:lnTo>
                    <a:pt x="1" y="4756"/>
                  </a:lnTo>
                  <a:cubicBezTo>
                    <a:pt x="1" y="2122"/>
                    <a:pt x="2123" y="0"/>
                    <a:pt x="4757" y="0"/>
                  </a:cubicBezTo>
                  <a:close/>
                  <a:moveTo>
                    <a:pt x="4903" y="390"/>
                  </a:moveTo>
                  <a:lnTo>
                    <a:pt x="4903" y="2293"/>
                  </a:lnTo>
                  <a:cubicBezTo>
                    <a:pt x="5391" y="2390"/>
                    <a:pt x="5732" y="2781"/>
                    <a:pt x="5732" y="3268"/>
                  </a:cubicBezTo>
                  <a:lnTo>
                    <a:pt x="5732" y="6000"/>
                  </a:lnTo>
                  <a:cubicBezTo>
                    <a:pt x="5732" y="6488"/>
                    <a:pt x="5391" y="6902"/>
                    <a:pt x="4903" y="6976"/>
                  </a:cubicBezTo>
                  <a:lnTo>
                    <a:pt x="4903" y="8268"/>
                  </a:lnTo>
                  <a:lnTo>
                    <a:pt x="5123" y="8268"/>
                  </a:lnTo>
                  <a:cubicBezTo>
                    <a:pt x="5854" y="8268"/>
                    <a:pt x="6562" y="8171"/>
                    <a:pt x="7269" y="7976"/>
                  </a:cubicBezTo>
                  <a:cubicBezTo>
                    <a:pt x="7928" y="7756"/>
                    <a:pt x="8537" y="7488"/>
                    <a:pt x="9123" y="7122"/>
                  </a:cubicBezTo>
                  <a:lnTo>
                    <a:pt x="9123" y="4756"/>
                  </a:lnTo>
                  <a:cubicBezTo>
                    <a:pt x="9098" y="2415"/>
                    <a:pt x="7245" y="488"/>
                    <a:pt x="4903" y="415"/>
                  </a:cubicBezTo>
                  <a:close/>
                  <a:moveTo>
                    <a:pt x="4611" y="2293"/>
                  </a:moveTo>
                  <a:lnTo>
                    <a:pt x="4611" y="415"/>
                  </a:lnTo>
                  <a:cubicBezTo>
                    <a:pt x="2269" y="488"/>
                    <a:pt x="416" y="2415"/>
                    <a:pt x="391" y="4756"/>
                  </a:cubicBezTo>
                  <a:lnTo>
                    <a:pt x="391" y="7122"/>
                  </a:lnTo>
                  <a:cubicBezTo>
                    <a:pt x="976" y="7463"/>
                    <a:pt x="1611" y="7756"/>
                    <a:pt x="2245" y="7951"/>
                  </a:cubicBezTo>
                  <a:cubicBezTo>
                    <a:pt x="2952" y="8146"/>
                    <a:pt x="3659" y="8268"/>
                    <a:pt x="4391" y="8244"/>
                  </a:cubicBezTo>
                  <a:lnTo>
                    <a:pt x="4611" y="8244"/>
                  </a:lnTo>
                  <a:lnTo>
                    <a:pt x="4611" y="6976"/>
                  </a:lnTo>
                  <a:cubicBezTo>
                    <a:pt x="4123" y="6902"/>
                    <a:pt x="3781" y="6488"/>
                    <a:pt x="3781" y="6000"/>
                  </a:cubicBezTo>
                  <a:lnTo>
                    <a:pt x="3781" y="3268"/>
                  </a:lnTo>
                  <a:cubicBezTo>
                    <a:pt x="3781" y="2781"/>
                    <a:pt x="4123" y="2390"/>
                    <a:pt x="4611" y="2293"/>
                  </a:cubicBezTo>
                  <a:close/>
                  <a:moveTo>
                    <a:pt x="5220" y="2781"/>
                  </a:moveTo>
                  <a:cubicBezTo>
                    <a:pt x="5098" y="2659"/>
                    <a:pt x="4928" y="2585"/>
                    <a:pt x="4757" y="2585"/>
                  </a:cubicBezTo>
                  <a:lnTo>
                    <a:pt x="4757" y="2585"/>
                  </a:lnTo>
                  <a:cubicBezTo>
                    <a:pt x="4391" y="2585"/>
                    <a:pt x="4074" y="2902"/>
                    <a:pt x="4074" y="3268"/>
                  </a:cubicBezTo>
                  <a:lnTo>
                    <a:pt x="4074" y="6000"/>
                  </a:lnTo>
                  <a:cubicBezTo>
                    <a:pt x="4074" y="6390"/>
                    <a:pt x="4391" y="6683"/>
                    <a:pt x="4757" y="6683"/>
                  </a:cubicBezTo>
                  <a:lnTo>
                    <a:pt x="4757" y="6683"/>
                  </a:lnTo>
                  <a:cubicBezTo>
                    <a:pt x="4928" y="6683"/>
                    <a:pt x="5098" y="6610"/>
                    <a:pt x="5220" y="6488"/>
                  </a:cubicBezTo>
                  <a:cubicBezTo>
                    <a:pt x="5367" y="6366"/>
                    <a:pt x="5440" y="6195"/>
                    <a:pt x="5440" y="6000"/>
                  </a:cubicBezTo>
                  <a:lnTo>
                    <a:pt x="5440" y="3268"/>
                  </a:lnTo>
                  <a:cubicBezTo>
                    <a:pt x="5440" y="3098"/>
                    <a:pt x="5367" y="2927"/>
                    <a:pt x="5220" y="2781"/>
                  </a:cubicBezTo>
                  <a:close/>
                  <a:moveTo>
                    <a:pt x="9123" y="7463"/>
                  </a:moveTo>
                  <a:cubicBezTo>
                    <a:pt x="8562" y="7805"/>
                    <a:pt x="7976" y="8073"/>
                    <a:pt x="7342" y="8244"/>
                  </a:cubicBezTo>
                  <a:cubicBezTo>
                    <a:pt x="6635" y="8463"/>
                    <a:pt x="5879" y="8561"/>
                    <a:pt x="5123" y="8561"/>
                  </a:cubicBezTo>
                  <a:lnTo>
                    <a:pt x="4391" y="8561"/>
                  </a:lnTo>
                  <a:cubicBezTo>
                    <a:pt x="2976" y="8561"/>
                    <a:pt x="1611" y="8195"/>
                    <a:pt x="391" y="7463"/>
                  </a:cubicBezTo>
                  <a:lnTo>
                    <a:pt x="391" y="11049"/>
                  </a:lnTo>
                  <a:cubicBezTo>
                    <a:pt x="464" y="13414"/>
                    <a:pt x="2391" y="15292"/>
                    <a:pt x="4757" y="15292"/>
                  </a:cubicBezTo>
                  <a:cubicBezTo>
                    <a:pt x="7123" y="15292"/>
                    <a:pt x="9049" y="13414"/>
                    <a:pt x="9123" y="110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29"/>
            <p:cNvSpPr/>
            <p:nvPr/>
          </p:nvSpPr>
          <p:spPr>
            <a:xfrm>
              <a:off x="3202911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537" y="2171"/>
                  </a:moveTo>
                  <a:cubicBezTo>
                    <a:pt x="732" y="2342"/>
                    <a:pt x="829" y="2586"/>
                    <a:pt x="829" y="2854"/>
                  </a:cubicBezTo>
                  <a:lnTo>
                    <a:pt x="829" y="5586"/>
                  </a:lnTo>
                  <a:cubicBezTo>
                    <a:pt x="829" y="6074"/>
                    <a:pt x="488" y="6488"/>
                    <a:pt x="0" y="6562"/>
                  </a:cubicBezTo>
                  <a:lnTo>
                    <a:pt x="0" y="7854"/>
                  </a:lnTo>
                  <a:lnTo>
                    <a:pt x="220" y="7854"/>
                  </a:lnTo>
                  <a:cubicBezTo>
                    <a:pt x="951" y="7854"/>
                    <a:pt x="1659" y="7757"/>
                    <a:pt x="2366" y="7562"/>
                  </a:cubicBezTo>
                  <a:cubicBezTo>
                    <a:pt x="3025" y="7342"/>
                    <a:pt x="3634" y="7074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1903"/>
                  </a:lnTo>
                  <a:cubicBezTo>
                    <a:pt x="220" y="1928"/>
                    <a:pt x="390" y="2025"/>
                    <a:pt x="537" y="21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129912" y="3708819"/>
              <a:ext cx="120228" cy="373356"/>
            </a:xfrm>
            <a:custGeom>
              <a:avLst/>
              <a:gdLst/>
              <a:ahLst/>
              <a:cxnLst/>
              <a:rect l="l" t="t" r="r" b="b"/>
              <a:pathLst>
                <a:path w="1367" h="4269" extrusionOk="0">
                  <a:moveTo>
                    <a:pt x="1367" y="3586"/>
                  </a:moveTo>
                  <a:lnTo>
                    <a:pt x="1367" y="854"/>
                  </a:lnTo>
                  <a:cubicBezTo>
                    <a:pt x="1294" y="1"/>
                    <a:pt x="74" y="1"/>
                    <a:pt x="1" y="854"/>
                  </a:cubicBezTo>
                  <a:lnTo>
                    <a:pt x="1" y="3586"/>
                  </a:lnTo>
                  <a:cubicBezTo>
                    <a:pt x="1" y="3976"/>
                    <a:pt x="318" y="4269"/>
                    <a:pt x="684" y="4269"/>
                  </a:cubicBezTo>
                  <a:cubicBezTo>
                    <a:pt x="855" y="4269"/>
                    <a:pt x="1025" y="4196"/>
                    <a:pt x="1172" y="4074"/>
                  </a:cubicBezTo>
                  <a:cubicBezTo>
                    <a:pt x="1294" y="3952"/>
                    <a:pt x="1367" y="3781"/>
                    <a:pt x="1367" y="35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29"/>
            <p:cNvSpPr/>
            <p:nvPr/>
          </p:nvSpPr>
          <p:spPr>
            <a:xfrm>
              <a:off x="2806080" y="3533904"/>
              <a:ext cx="371149" cy="686979"/>
            </a:xfrm>
            <a:custGeom>
              <a:avLst/>
              <a:gdLst/>
              <a:ahLst/>
              <a:cxnLst/>
              <a:rect l="l" t="t" r="r" b="b"/>
              <a:pathLst>
                <a:path w="4220" h="7855" extrusionOk="0">
                  <a:moveTo>
                    <a:pt x="3390" y="5586"/>
                  </a:moveTo>
                  <a:lnTo>
                    <a:pt x="3390" y="2854"/>
                  </a:lnTo>
                  <a:cubicBezTo>
                    <a:pt x="3390" y="2367"/>
                    <a:pt x="3756" y="1976"/>
                    <a:pt x="4220" y="1903"/>
                  </a:cubicBezTo>
                  <a:lnTo>
                    <a:pt x="4220" y="1"/>
                  </a:lnTo>
                  <a:cubicBezTo>
                    <a:pt x="1878" y="74"/>
                    <a:pt x="25" y="2001"/>
                    <a:pt x="0" y="4342"/>
                  </a:cubicBezTo>
                  <a:lnTo>
                    <a:pt x="0" y="6708"/>
                  </a:lnTo>
                  <a:cubicBezTo>
                    <a:pt x="585" y="7049"/>
                    <a:pt x="1220" y="7342"/>
                    <a:pt x="1854" y="7537"/>
                  </a:cubicBezTo>
                  <a:cubicBezTo>
                    <a:pt x="2561" y="7732"/>
                    <a:pt x="3268" y="7854"/>
                    <a:pt x="4000" y="7830"/>
                  </a:cubicBezTo>
                  <a:lnTo>
                    <a:pt x="4220" y="7830"/>
                  </a:lnTo>
                  <a:lnTo>
                    <a:pt x="4220" y="6562"/>
                  </a:lnTo>
                  <a:cubicBezTo>
                    <a:pt x="3732" y="6488"/>
                    <a:pt x="3390" y="6074"/>
                    <a:pt x="3390" y="558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29"/>
            <p:cNvSpPr/>
            <p:nvPr/>
          </p:nvSpPr>
          <p:spPr>
            <a:xfrm>
              <a:off x="2806080" y="4150392"/>
              <a:ext cx="767979" cy="684792"/>
            </a:xfrm>
            <a:custGeom>
              <a:avLst/>
              <a:gdLst/>
              <a:ahLst/>
              <a:cxnLst/>
              <a:rect l="l" t="t" r="r" b="b"/>
              <a:pathLst>
                <a:path w="8732" h="7830" extrusionOk="0">
                  <a:moveTo>
                    <a:pt x="6976" y="781"/>
                  </a:moveTo>
                  <a:cubicBezTo>
                    <a:pt x="6244" y="1000"/>
                    <a:pt x="5488" y="1098"/>
                    <a:pt x="4732" y="1098"/>
                  </a:cubicBezTo>
                  <a:lnTo>
                    <a:pt x="4000" y="1098"/>
                  </a:lnTo>
                  <a:cubicBezTo>
                    <a:pt x="2585" y="1098"/>
                    <a:pt x="1220" y="732"/>
                    <a:pt x="0" y="0"/>
                  </a:cubicBezTo>
                  <a:lnTo>
                    <a:pt x="0" y="3586"/>
                  </a:lnTo>
                  <a:cubicBezTo>
                    <a:pt x="73" y="5951"/>
                    <a:pt x="2000" y="7829"/>
                    <a:pt x="4366" y="7829"/>
                  </a:cubicBezTo>
                  <a:cubicBezTo>
                    <a:pt x="6732" y="7829"/>
                    <a:pt x="8658" y="5951"/>
                    <a:pt x="8732" y="3586"/>
                  </a:cubicBezTo>
                  <a:lnTo>
                    <a:pt x="8732" y="0"/>
                  </a:lnTo>
                  <a:cubicBezTo>
                    <a:pt x="8171" y="342"/>
                    <a:pt x="7585" y="610"/>
                    <a:pt x="6976" y="78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29"/>
            <p:cNvSpPr/>
            <p:nvPr/>
          </p:nvSpPr>
          <p:spPr>
            <a:xfrm>
              <a:off x="3505371" y="4248519"/>
              <a:ext cx="34388" cy="266658"/>
            </a:xfrm>
            <a:custGeom>
              <a:avLst/>
              <a:gdLst/>
              <a:ahLst/>
              <a:cxnLst/>
              <a:rect l="l" t="t" r="r" b="b"/>
              <a:pathLst>
                <a:path w="391" h="3049" extrusionOk="0">
                  <a:moveTo>
                    <a:pt x="0" y="195"/>
                  </a:moveTo>
                  <a:cubicBezTo>
                    <a:pt x="0" y="98"/>
                    <a:pt x="98" y="0"/>
                    <a:pt x="195" y="0"/>
                  </a:cubicBezTo>
                  <a:cubicBezTo>
                    <a:pt x="317" y="0"/>
                    <a:pt x="390" y="98"/>
                    <a:pt x="390" y="195"/>
                  </a:cubicBezTo>
                  <a:lnTo>
                    <a:pt x="390" y="1927"/>
                  </a:lnTo>
                  <a:cubicBezTo>
                    <a:pt x="390" y="2025"/>
                    <a:pt x="317" y="2122"/>
                    <a:pt x="195" y="2122"/>
                  </a:cubicBezTo>
                  <a:cubicBezTo>
                    <a:pt x="98" y="2122"/>
                    <a:pt x="0" y="2025"/>
                    <a:pt x="0" y="1927"/>
                  </a:cubicBezTo>
                  <a:close/>
                  <a:moveTo>
                    <a:pt x="0" y="2537"/>
                  </a:moveTo>
                  <a:cubicBezTo>
                    <a:pt x="0" y="2439"/>
                    <a:pt x="98" y="2342"/>
                    <a:pt x="195" y="2342"/>
                  </a:cubicBezTo>
                  <a:cubicBezTo>
                    <a:pt x="317" y="2342"/>
                    <a:pt x="390" y="2439"/>
                    <a:pt x="390" y="2537"/>
                  </a:cubicBezTo>
                  <a:lnTo>
                    <a:pt x="390" y="2854"/>
                  </a:lnTo>
                  <a:cubicBezTo>
                    <a:pt x="390" y="2951"/>
                    <a:pt x="317" y="3049"/>
                    <a:pt x="195" y="3049"/>
                  </a:cubicBezTo>
                  <a:cubicBezTo>
                    <a:pt x="73" y="3049"/>
                    <a:pt x="0" y="2951"/>
                    <a:pt x="0" y="285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29"/>
            <p:cNvSpPr/>
            <p:nvPr/>
          </p:nvSpPr>
          <p:spPr>
            <a:xfrm>
              <a:off x="3202911" y="3533904"/>
              <a:ext cx="371149" cy="633630"/>
            </a:xfrm>
            <a:custGeom>
              <a:avLst/>
              <a:gdLst/>
              <a:ahLst/>
              <a:cxnLst/>
              <a:rect l="l" t="t" r="r" b="b"/>
              <a:pathLst>
                <a:path w="4220" h="7245" extrusionOk="0">
                  <a:moveTo>
                    <a:pt x="3610" y="4635"/>
                  </a:moveTo>
                  <a:lnTo>
                    <a:pt x="3610" y="7001"/>
                  </a:lnTo>
                  <a:cubicBezTo>
                    <a:pt x="3464" y="7098"/>
                    <a:pt x="3317" y="7171"/>
                    <a:pt x="3171" y="7244"/>
                  </a:cubicBezTo>
                  <a:cubicBezTo>
                    <a:pt x="3537" y="7098"/>
                    <a:pt x="3878" y="6903"/>
                    <a:pt x="4220" y="6708"/>
                  </a:cubicBezTo>
                  <a:lnTo>
                    <a:pt x="4220" y="4342"/>
                  </a:lnTo>
                  <a:cubicBezTo>
                    <a:pt x="4195" y="2001"/>
                    <a:pt x="2342" y="74"/>
                    <a:pt x="0" y="1"/>
                  </a:cubicBezTo>
                  <a:lnTo>
                    <a:pt x="0" y="342"/>
                  </a:lnTo>
                  <a:cubicBezTo>
                    <a:pt x="2073" y="732"/>
                    <a:pt x="3586" y="2537"/>
                    <a:pt x="3610" y="4635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29"/>
            <p:cNvSpPr/>
            <p:nvPr/>
          </p:nvSpPr>
          <p:spPr>
            <a:xfrm>
              <a:off x="3329471" y="4150392"/>
              <a:ext cx="246788" cy="667738"/>
            </a:xfrm>
            <a:custGeom>
              <a:avLst/>
              <a:gdLst/>
              <a:ahLst/>
              <a:cxnLst/>
              <a:rect l="l" t="t" r="r" b="b"/>
              <a:pathLst>
                <a:path w="2806" h="7635" extrusionOk="0">
                  <a:moveTo>
                    <a:pt x="2781" y="0"/>
                  </a:moveTo>
                  <a:cubicBezTo>
                    <a:pt x="2586" y="122"/>
                    <a:pt x="2366" y="244"/>
                    <a:pt x="2171" y="342"/>
                  </a:cubicBezTo>
                  <a:lnTo>
                    <a:pt x="2171" y="1122"/>
                  </a:lnTo>
                  <a:lnTo>
                    <a:pt x="2195" y="1122"/>
                  </a:lnTo>
                  <a:cubicBezTo>
                    <a:pt x="2317" y="1122"/>
                    <a:pt x="2390" y="1220"/>
                    <a:pt x="2390" y="1317"/>
                  </a:cubicBezTo>
                  <a:lnTo>
                    <a:pt x="2390" y="3049"/>
                  </a:lnTo>
                  <a:cubicBezTo>
                    <a:pt x="2390" y="3147"/>
                    <a:pt x="2317" y="3244"/>
                    <a:pt x="2195" y="3244"/>
                  </a:cubicBezTo>
                  <a:lnTo>
                    <a:pt x="2171" y="3244"/>
                  </a:lnTo>
                  <a:lnTo>
                    <a:pt x="2171" y="3464"/>
                  </a:lnTo>
                  <a:lnTo>
                    <a:pt x="2195" y="3464"/>
                  </a:lnTo>
                  <a:cubicBezTo>
                    <a:pt x="2317" y="3464"/>
                    <a:pt x="2390" y="3561"/>
                    <a:pt x="2390" y="3683"/>
                  </a:cubicBezTo>
                  <a:lnTo>
                    <a:pt x="2390" y="3976"/>
                  </a:lnTo>
                  <a:cubicBezTo>
                    <a:pt x="2390" y="4098"/>
                    <a:pt x="2317" y="4171"/>
                    <a:pt x="2195" y="4171"/>
                  </a:cubicBezTo>
                  <a:lnTo>
                    <a:pt x="2171" y="4171"/>
                  </a:lnTo>
                  <a:cubicBezTo>
                    <a:pt x="2049" y="5610"/>
                    <a:pt x="1244" y="6903"/>
                    <a:pt x="0" y="7634"/>
                  </a:cubicBezTo>
                  <a:cubicBezTo>
                    <a:pt x="1683" y="6976"/>
                    <a:pt x="2781" y="5366"/>
                    <a:pt x="2805" y="3586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29"/>
            <p:cNvSpPr/>
            <p:nvPr/>
          </p:nvSpPr>
          <p:spPr>
            <a:xfrm>
              <a:off x="3138531" y="3728060"/>
              <a:ext cx="111609" cy="373356"/>
            </a:xfrm>
            <a:custGeom>
              <a:avLst/>
              <a:gdLst/>
              <a:ahLst/>
              <a:cxnLst/>
              <a:rect l="l" t="t" r="r" b="b"/>
              <a:pathLst>
                <a:path w="1269" h="4269" extrusionOk="0">
                  <a:moveTo>
                    <a:pt x="879" y="317"/>
                  </a:moveTo>
                  <a:lnTo>
                    <a:pt x="879" y="3049"/>
                  </a:lnTo>
                  <a:cubicBezTo>
                    <a:pt x="879" y="3439"/>
                    <a:pt x="586" y="3732"/>
                    <a:pt x="220" y="3732"/>
                  </a:cubicBezTo>
                  <a:cubicBezTo>
                    <a:pt x="147" y="3732"/>
                    <a:pt x="74" y="3732"/>
                    <a:pt x="1" y="3707"/>
                  </a:cubicBezTo>
                  <a:cubicBezTo>
                    <a:pt x="25" y="3756"/>
                    <a:pt x="74" y="3805"/>
                    <a:pt x="123" y="3854"/>
                  </a:cubicBezTo>
                  <a:cubicBezTo>
                    <a:pt x="537" y="4268"/>
                    <a:pt x="1244" y="3976"/>
                    <a:pt x="1269" y="3366"/>
                  </a:cubicBezTo>
                  <a:lnTo>
                    <a:pt x="1269" y="634"/>
                  </a:lnTo>
                  <a:cubicBezTo>
                    <a:pt x="1269" y="464"/>
                    <a:pt x="1196" y="293"/>
                    <a:pt x="1074" y="147"/>
                  </a:cubicBezTo>
                  <a:cubicBezTo>
                    <a:pt x="976" y="73"/>
                    <a:pt x="903" y="25"/>
                    <a:pt x="805" y="0"/>
                  </a:cubicBezTo>
                  <a:cubicBezTo>
                    <a:pt x="854" y="98"/>
                    <a:pt x="879" y="195"/>
                    <a:pt x="879" y="31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51"/>
          <p:cNvSpPr txBox="1">
            <a:spLocks noGrp="1"/>
          </p:cNvSpPr>
          <p:nvPr>
            <p:ph type="title"/>
          </p:nvPr>
        </p:nvSpPr>
        <p:spPr>
          <a:xfrm>
            <a:off x="2286000" y="3213453"/>
            <a:ext cx="4572000" cy="75325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 smtClean="0"/>
              <a:t>—</a:t>
            </a:r>
            <a:r>
              <a:rPr lang="ru-RU" dirty="0" smtClean="0"/>
              <a:t> Постановка задачи</a:t>
            </a:r>
            <a:endParaRPr dirty="0"/>
          </a:p>
        </p:txBody>
      </p:sp>
      <p:sp>
        <p:nvSpPr>
          <p:cNvPr id="1210" name="Google Shape;1210;p51"/>
          <p:cNvSpPr txBox="1">
            <a:spLocks noGrp="1"/>
          </p:cNvSpPr>
          <p:nvPr>
            <p:ph type="subTitle" idx="1"/>
          </p:nvPr>
        </p:nvSpPr>
        <p:spPr>
          <a:xfrm>
            <a:off x="1093497" y="1417320"/>
            <a:ext cx="7115752" cy="13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sz="2000" dirty="0"/>
              <a:t>Целью курсового проекта является </a:t>
            </a:r>
            <a:endParaRPr lang="en-US" sz="2000" dirty="0" smtClean="0"/>
          </a:p>
          <a:p>
            <a:pPr marL="0" lvl="0" indent="0"/>
            <a:r>
              <a:rPr lang="ru-RU" sz="2000" dirty="0" smtClean="0"/>
              <a:t>разработка </a:t>
            </a:r>
            <a:r>
              <a:rPr lang="ru-RU" sz="2000" dirty="0"/>
              <a:t>полноценного </a:t>
            </a:r>
            <a:r>
              <a:rPr lang="ru-RU" sz="2000" dirty="0" err="1" smtClean="0"/>
              <a:t>аппаратно</a:t>
            </a:r>
            <a:r>
              <a:rPr lang="en-US" sz="2000" dirty="0" smtClean="0"/>
              <a:t>-</a:t>
            </a:r>
            <a:r>
              <a:rPr lang="ru-RU" sz="2000" dirty="0" smtClean="0"/>
              <a:t>программного </a:t>
            </a:r>
            <a:r>
              <a:rPr lang="ru-RU" sz="2000" dirty="0"/>
              <a:t>комплекса, реализующего аркадную </a:t>
            </a:r>
            <a:endParaRPr lang="en-US" sz="2000" dirty="0" smtClean="0"/>
          </a:p>
          <a:p>
            <a:pPr marL="0" lvl="0" indent="0"/>
            <a:r>
              <a:rPr lang="ru-RU" sz="2000" dirty="0" smtClean="0"/>
              <a:t>игру </a:t>
            </a:r>
            <a:r>
              <a:rPr lang="ru-RU" sz="2000" dirty="0"/>
              <a:t>«TV-</a:t>
            </a:r>
            <a:r>
              <a:rPr lang="ru-RU" sz="2000" dirty="0" err="1"/>
              <a:t>Tennis</a:t>
            </a:r>
            <a:r>
              <a:rPr lang="ru-RU" sz="2000" dirty="0"/>
              <a:t>» для одного </a:t>
            </a:r>
            <a:r>
              <a:rPr lang="ru-RU" sz="2000" dirty="0" smtClean="0"/>
              <a:t>игрока</a:t>
            </a:r>
            <a:r>
              <a:rPr lang="en-US" sz="2000" dirty="0" smtClean="0"/>
              <a:t> </a:t>
            </a:r>
            <a:r>
              <a:rPr lang="ru-RU" sz="2000" dirty="0" smtClean="0"/>
              <a:t>против </a:t>
            </a:r>
            <a:r>
              <a:rPr lang="ru-RU" sz="2000" dirty="0"/>
              <a:t>AI</a:t>
            </a:r>
            <a:endParaRPr sz="2000" dirty="0"/>
          </a:p>
        </p:txBody>
      </p:sp>
      <p:sp>
        <p:nvSpPr>
          <p:cNvPr id="1211" name="Google Shape;1211;p51"/>
          <p:cNvSpPr/>
          <p:nvPr/>
        </p:nvSpPr>
        <p:spPr>
          <a:xfrm rot="-2700000">
            <a:off x="6675142" y="3755271"/>
            <a:ext cx="365716" cy="365716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l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2" name="Google Shape;1212;p51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1213" name="Google Shape;1213;p51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Google Shape;1214;p51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5" name="Google Shape;1215;p51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1216" name="Google Shape;1216;p51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Google Shape;1217;p51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18" name="Google Shape;1218;p51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1219" name="Google Shape;1219;p51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Google Shape;1220;p51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Google Shape;1221;p51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2" name="Google Shape;1222;p51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1223" name="Google Shape;1223;p51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Google Shape;1224;p51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225" name="Google Shape;1225;p51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1226" name="Google Shape;1226;p51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51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8" name="Google Shape;1228;p51"/>
          <p:cNvSpPr/>
          <p:nvPr/>
        </p:nvSpPr>
        <p:spPr>
          <a:xfrm>
            <a:off x="7036700" y="13350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9" name="Google Shape;1229;p51"/>
          <p:cNvSpPr/>
          <p:nvPr/>
        </p:nvSpPr>
        <p:spPr>
          <a:xfrm>
            <a:off x="1828788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0" name="Google Shape;1230;p51"/>
          <p:cNvSpPr/>
          <p:nvPr/>
        </p:nvSpPr>
        <p:spPr>
          <a:xfrm>
            <a:off x="1596448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2/1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45" name="Google Shape;645;p35"/>
          <p:cNvGrpSpPr/>
          <p:nvPr/>
        </p:nvGrpSpPr>
        <p:grpSpPr>
          <a:xfrm>
            <a:off x="6102151" y="1600325"/>
            <a:ext cx="2418050" cy="2916600"/>
            <a:chOff x="6102151" y="1600325"/>
            <a:chExt cx="2418050" cy="2916600"/>
          </a:xfrm>
        </p:grpSpPr>
        <p:sp>
          <p:nvSpPr>
            <p:cNvPr id="646" name="Google Shape;646;p35"/>
            <p:cNvSpPr/>
            <p:nvPr/>
          </p:nvSpPr>
          <p:spPr>
            <a:xfrm>
              <a:off x="6193101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47" name="Google Shape;647;p35"/>
            <p:cNvGrpSpPr/>
            <p:nvPr/>
          </p:nvGrpSpPr>
          <p:grpSpPr>
            <a:xfrm>
              <a:off x="6102151" y="1600325"/>
              <a:ext cx="2327100" cy="2825100"/>
              <a:chOff x="715400" y="1600325"/>
              <a:chExt cx="2327100" cy="2825100"/>
            </a:xfrm>
          </p:grpSpPr>
          <p:sp>
            <p:nvSpPr>
              <p:cNvPr id="648" name="Google Shape;648;p35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49" name="Google Shape;649;p35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50" name="Google Shape;650;p35"/>
          <p:cNvGrpSpPr/>
          <p:nvPr/>
        </p:nvGrpSpPr>
        <p:grpSpPr>
          <a:xfrm>
            <a:off x="3408500" y="1600325"/>
            <a:ext cx="2418600" cy="2916600"/>
            <a:chOff x="3408500" y="1600325"/>
            <a:chExt cx="2418600" cy="2916600"/>
          </a:xfrm>
        </p:grpSpPr>
        <p:sp>
          <p:nvSpPr>
            <p:cNvPr id="651" name="Google Shape;651;p35"/>
            <p:cNvSpPr/>
            <p:nvPr/>
          </p:nvSpPr>
          <p:spPr>
            <a:xfrm>
              <a:off x="35000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2" name="Google Shape;652;p35"/>
            <p:cNvGrpSpPr/>
            <p:nvPr/>
          </p:nvGrpSpPr>
          <p:grpSpPr>
            <a:xfrm>
              <a:off x="3408500" y="1600325"/>
              <a:ext cx="2327100" cy="2825100"/>
              <a:chOff x="715400" y="1600325"/>
              <a:chExt cx="2327100" cy="2825100"/>
            </a:xfrm>
          </p:grpSpPr>
          <p:sp>
            <p:nvSpPr>
              <p:cNvPr id="653" name="Google Shape;653;p35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4" name="Google Shape;654;p35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655" name="Google Shape;655;p35"/>
          <p:cNvGrpSpPr/>
          <p:nvPr/>
        </p:nvGrpSpPr>
        <p:grpSpPr>
          <a:xfrm>
            <a:off x="715400" y="1600325"/>
            <a:ext cx="2418600" cy="2916600"/>
            <a:chOff x="715400" y="1600325"/>
            <a:chExt cx="2418600" cy="2916600"/>
          </a:xfrm>
        </p:grpSpPr>
        <p:sp>
          <p:nvSpPr>
            <p:cNvPr id="656" name="Google Shape;656;p35"/>
            <p:cNvSpPr/>
            <p:nvPr/>
          </p:nvSpPr>
          <p:spPr>
            <a:xfrm>
              <a:off x="806900" y="1691825"/>
              <a:ext cx="2327100" cy="28251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7" name="Google Shape;657;p35"/>
            <p:cNvGrpSpPr/>
            <p:nvPr/>
          </p:nvGrpSpPr>
          <p:grpSpPr>
            <a:xfrm>
              <a:off x="715400" y="1600325"/>
              <a:ext cx="2327100" cy="2825100"/>
              <a:chOff x="715400" y="1600325"/>
              <a:chExt cx="2327100" cy="2825100"/>
            </a:xfrm>
          </p:grpSpPr>
          <p:sp>
            <p:nvSpPr>
              <p:cNvPr id="658" name="Google Shape;658;p35"/>
              <p:cNvSpPr/>
              <p:nvPr/>
            </p:nvSpPr>
            <p:spPr>
              <a:xfrm>
                <a:off x="715400" y="1600325"/>
                <a:ext cx="2327100" cy="28251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659" name="Google Shape;659;p35"/>
              <p:cNvCxnSpPr/>
              <p:nvPr/>
            </p:nvCxnSpPr>
            <p:spPr>
              <a:xfrm>
                <a:off x="715400" y="1783325"/>
                <a:ext cx="23223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660" name="Google Shape;660;p35"/>
          <p:cNvSpPr txBox="1">
            <a:spLocks noGrp="1"/>
          </p:cNvSpPr>
          <p:nvPr>
            <p:ph type="subTitle" idx="1"/>
          </p:nvPr>
        </p:nvSpPr>
        <p:spPr>
          <a:xfrm>
            <a:off x="780350" y="2571436"/>
            <a:ext cx="21972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 smtClean="0"/>
              <a:t>Logisim</a:t>
            </a:r>
            <a:endParaRPr dirty="0"/>
          </a:p>
        </p:txBody>
      </p:sp>
      <p:sp>
        <p:nvSpPr>
          <p:cNvPr id="661" name="Google Shape;661;p35"/>
          <p:cNvSpPr txBox="1">
            <a:spLocks noGrp="1"/>
          </p:cNvSpPr>
          <p:nvPr>
            <p:ph type="subTitle" idx="5"/>
          </p:nvPr>
        </p:nvSpPr>
        <p:spPr>
          <a:xfrm>
            <a:off x="3474800" y="2571425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Assembler</a:t>
            </a:r>
            <a:endParaRPr dirty="0"/>
          </a:p>
        </p:txBody>
      </p:sp>
      <p:sp>
        <p:nvSpPr>
          <p:cNvPr id="662" name="Google Shape;662;p35"/>
          <p:cNvSpPr txBox="1">
            <a:spLocks noGrp="1"/>
          </p:cNvSpPr>
          <p:nvPr>
            <p:ph type="subTitle" idx="6"/>
          </p:nvPr>
        </p:nvSpPr>
        <p:spPr>
          <a:xfrm>
            <a:off x="6167776" y="2571426"/>
            <a:ext cx="2194500" cy="54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CocoIDE</a:t>
            </a:r>
            <a:endParaRPr dirty="0"/>
          </a:p>
        </p:txBody>
      </p:sp>
      <p:sp>
        <p:nvSpPr>
          <p:cNvPr id="663" name="Google Shape;663;p35"/>
          <p:cNvSpPr txBox="1">
            <a:spLocks noGrp="1"/>
          </p:cNvSpPr>
          <p:nvPr>
            <p:ph type="title"/>
          </p:nvPr>
        </p:nvSpPr>
        <p:spPr>
          <a:xfrm>
            <a:off x="713232" y="731520"/>
            <a:ext cx="77175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 smtClean="0"/>
              <a:t>Программные средства</a:t>
            </a:r>
            <a:endParaRPr dirty="0"/>
          </a:p>
        </p:txBody>
      </p:sp>
      <p:sp>
        <p:nvSpPr>
          <p:cNvPr id="664" name="Google Shape;664;p35"/>
          <p:cNvSpPr txBox="1">
            <a:spLocks noGrp="1"/>
          </p:cNvSpPr>
          <p:nvPr>
            <p:ph type="subTitle" idx="2"/>
          </p:nvPr>
        </p:nvSpPr>
        <p:spPr>
          <a:xfrm>
            <a:off x="781700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smtClean="0"/>
              <a:t>Инструмент </a:t>
            </a:r>
            <a:r>
              <a:rPr lang="ru-RU" dirty="0"/>
              <a:t>для проектирования и моделирования цифровых логических схем</a:t>
            </a:r>
            <a:endParaRPr dirty="0"/>
          </a:p>
        </p:txBody>
      </p:sp>
      <p:sp>
        <p:nvSpPr>
          <p:cNvPr id="665" name="Google Shape;665;p35"/>
          <p:cNvSpPr txBox="1">
            <a:spLocks noGrp="1"/>
          </p:cNvSpPr>
          <p:nvPr>
            <p:ph type="subTitle" idx="3"/>
          </p:nvPr>
        </p:nvSpPr>
        <p:spPr>
          <a:xfrm>
            <a:off x="3475075" y="3053825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ru-RU" dirty="0" smtClean="0"/>
              <a:t>Язык </a:t>
            </a:r>
            <a:r>
              <a:rPr lang="ru-RU" dirty="0"/>
              <a:t>программирования низкого уровня</a:t>
            </a:r>
            <a:r>
              <a:rPr lang="ru-RU" dirty="0" smtClean="0"/>
              <a:t>, позволяющий преобразовывать </a:t>
            </a:r>
            <a:r>
              <a:rPr lang="ru-RU" dirty="0"/>
              <a:t>код в машинные инструкции</a:t>
            </a:r>
            <a:endParaRPr dirty="0"/>
          </a:p>
        </p:txBody>
      </p:sp>
      <p:sp>
        <p:nvSpPr>
          <p:cNvPr id="666" name="Google Shape;666;p35"/>
          <p:cNvSpPr txBox="1">
            <a:spLocks noGrp="1"/>
          </p:cNvSpPr>
          <p:nvPr>
            <p:ph type="subTitle" idx="4"/>
          </p:nvPr>
        </p:nvSpPr>
        <p:spPr>
          <a:xfrm>
            <a:off x="6167776" y="3053833"/>
            <a:ext cx="2194500" cy="118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smtClean="0"/>
              <a:t>V1.91</a:t>
            </a:r>
            <a:endParaRPr lang="en" dirty="0"/>
          </a:p>
          <a:p>
            <a:pPr marL="0" lvl="0" indent="0"/>
            <a:r>
              <a:rPr lang="ru-RU" dirty="0" smtClean="0"/>
              <a:t>Среда разработки программ </a:t>
            </a:r>
            <a:r>
              <a:rPr lang="ru-RU" dirty="0"/>
              <a:t>на ассемблере для микропроцессорной системы CDM8</a:t>
            </a:r>
            <a:endParaRPr lang="en" dirty="0" smtClean="0"/>
          </a:p>
        </p:txBody>
      </p:sp>
      <p:grpSp>
        <p:nvGrpSpPr>
          <p:cNvPr id="667" name="Google Shape;667;p35"/>
          <p:cNvGrpSpPr/>
          <p:nvPr/>
        </p:nvGrpSpPr>
        <p:grpSpPr>
          <a:xfrm>
            <a:off x="7013577" y="2017301"/>
            <a:ext cx="502899" cy="502899"/>
            <a:chOff x="858700" y="1967475"/>
            <a:chExt cx="605100" cy="605100"/>
          </a:xfrm>
        </p:grpSpPr>
        <p:sp>
          <p:nvSpPr>
            <p:cNvPr id="668" name="Google Shape;668;p35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35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70" name="Google Shape;670;p35"/>
          <p:cNvGrpSpPr/>
          <p:nvPr/>
        </p:nvGrpSpPr>
        <p:grpSpPr>
          <a:xfrm>
            <a:off x="4320650" y="2017350"/>
            <a:ext cx="502800" cy="502800"/>
            <a:chOff x="7014301" y="2017350"/>
            <a:chExt cx="502800" cy="502800"/>
          </a:xfrm>
        </p:grpSpPr>
        <p:sp>
          <p:nvSpPr>
            <p:cNvPr id="671" name="Google Shape;671;p35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Google Shape;672;p35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3" name="Google Shape;673;p35"/>
          <p:cNvSpPr/>
          <p:nvPr/>
        </p:nvSpPr>
        <p:spPr>
          <a:xfrm>
            <a:off x="7971700" y="1081625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35"/>
          <p:cNvSpPr/>
          <p:nvPr/>
        </p:nvSpPr>
        <p:spPr>
          <a:xfrm>
            <a:off x="7739360" y="932973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35"/>
          <p:cNvSpPr/>
          <p:nvPr/>
        </p:nvSpPr>
        <p:spPr>
          <a:xfrm>
            <a:off x="715160" y="1252725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76" name="Google Shape;676;p35"/>
          <p:cNvGrpSpPr/>
          <p:nvPr/>
        </p:nvGrpSpPr>
        <p:grpSpPr>
          <a:xfrm>
            <a:off x="1627550" y="2017350"/>
            <a:ext cx="502800" cy="502800"/>
            <a:chOff x="1627550" y="2017350"/>
            <a:chExt cx="502800" cy="502800"/>
          </a:xfrm>
        </p:grpSpPr>
        <p:sp>
          <p:nvSpPr>
            <p:cNvPr id="677" name="Google Shape;677;p35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Google Shape;678;p35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663;p35"/>
          <p:cNvSpPr txBox="1">
            <a:spLocks/>
          </p:cNvSpPr>
          <p:nvPr/>
        </p:nvSpPr>
        <p:spPr>
          <a:xfrm>
            <a:off x="715160" y="731515"/>
            <a:ext cx="77175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dirty="0" smtClean="0"/>
              <a:t>Программные средства</a:t>
            </a:r>
            <a:endParaRPr lang="ru-RU" dirty="0"/>
          </a:p>
        </p:txBody>
      </p:sp>
      <p:sp>
        <p:nvSpPr>
          <p:cNvPr id="37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3/1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Рисунок 2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" y="763464"/>
            <a:ext cx="7741920" cy="3956036"/>
          </a:xfrm>
          <a:prstGeom prst="rect">
            <a:avLst/>
          </a:prstGeom>
        </p:spPr>
      </p:pic>
      <p:sp>
        <p:nvSpPr>
          <p:cNvPr id="61" name="Google Shape;663;p35"/>
          <p:cNvSpPr txBox="1">
            <a:spLocks/>
          </p:cNvSpPr>
          <p:nvPr/>
        </p:nvSpPr>
        <p:spPr>
          <a:xfrm>
            <a:off x="-1325880" y="191964"/>
            <a:ext cx="1046988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ru-RU" sz="2400" dirty="0" smtClean="0"/>
              <a:t>Архитектура системы</a:t>
            </a:r>
            <a:endParaRPr lang="ru-RU" sz="2400" dirty="0"/>
          </a:p>
        </p:txBody>
      </p:sp>
      <p:sp>
        <p:nvSpPr>
          <p:cNvPr id="4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4/1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3"/>
          <p:cNvSpPr txBox="1">
            <a:spLocks noGrp="1"/>
          </p:cNvSpPr>
          <p:nvPr>
            <p:ph type="title"/>
          </p:nvPr>
        </p:nvSpPr>
        <p:spPr>
          <a:xfrm>
            <a:off x="715850" y="621695"/>
            <a:ext cx="5015703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Основные компоненты игровой логики</a:t>
            </a:r>
            <a:endParaRPr sz="2400" dirty="0"/>
          </a:p>
        </p:txBody>
      </p:sp>
      <p:sp>
        <p:nvSpPr>
          <p:cNvPr id="896" name="Google Shape;896;p43"/>
          <p:cNvSpPr txBox="1">
            <a:spLocks noGrp="1"/>
          </p:cNvSpPr>
          <p:nvPr>
            <p:ph type="body" idx="1"/>
          </p:nvPr>
        </p:nvSpPr>
        <p:spPr>
          <a:xfrm>
            <a:off x="608113" y="1398994"/>
            <a:ext cx="5404388" cy="30714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ru-RU" dirty="0" smtClean="0"/>
              <a:t>Делитель тактовой частоты</a:t>
            </a:r>
          </a:p>
          <a:p>
            <a:pPr>
              <a:lnSpc>
                <a:spcPct val="125000"/>
              </a:lnSpc>
            </a:pPr>
            <a:r>
              <a:rPr lang="ru-RU" dirty="0" smtClean="0"/>
              <a:t>Управление ракеткой игрока</a:t>
            </a:r>
          </a:p>
          <a:p>
            <a:pPr>
              <a:lnSpc>
                <a:spcPct val="125000"/>
              </a:lnSpc>
            </a:pPr>
            <a:r>
              <a:rPr lang="ru-RU" dirty="0" smtClean="0"/>
              <a:t>Автоматическое </a:t>
            </a:r>
            <a:r>
              <a:rPr lang="ru-RU" dirty="0"/>
              <a:t>управление верхней </a:t>
            </a:r>
            <a:r>
              <a:rPr lang="ru-RU" dirty="0" smtClean="0"/>
              <a:t>ракеткой</a:t>
            </a:r>
          </a:p>
          <a:p>
            <a:pPr>
              <a:lnSpc>
                <a:spcPct val="125000"/>
              </a:lnSpc>
            </a:pPr>
            <a:r>
              <a:rPr lang="ru-RU" dirty="0" smtClean="0"/>
              <a:t>Управление мячом и вывод на матрицу</a:t>
            </a:r>
          </a:p>
          <a:p>
            <a:pPr lvl="0">
              <a:lnSpc>
                <a:spcPct val="125000"/>
              </a:lnSpc>
            </a:pPr>
            <a:r>
              <a:rPr lang="ru-RU" dirty="0" smtClean="0"/>
              <a:t>Изменение направления мяча по оси </a:t>
            </a:r>
            <a:r>
              <a:rPr lang="en-US" dirty="0" smtClean="0"/>
              <a:t>X </a:t>
            </a:r>
            <a:r>
              <a:rPr lang="ru-RU" dirty="0" smtClean="0"/>
              <a:t>и </a:t>
            </a:r>
            <a:r>
              <a:rPr lang="en-GB" dirty="0" smtClean="0"/>
              <a:t>Y</a:t>
            </a:r>
            <a:endParaRPr lang="ru-RU" dirty="0" smtClean="0"/>
          </a:p>
          <a:p>
            <a:pPr lvl="0">
              <a:lnSpc>
                <a:spcPct val="125000"/>
              </a:lnSpc>
            </a:pPr>
            <a:r>
              <a:rPr lang="ru-RU" dirty="0" smtClean="0"/>
              <a:t>Алгоритма </a:t>
            </a:r>
            <a:r>
              <a:rPr lang="ru-RU" dirty="0" err="1" smtClean="0"/>
              <a:t>Брезенхайма</a:t>
            </a:r>
            <a:r>
              <a:rPr lang="ru-RU" dirty="0" smtClean="0"/>
              <a:t> </a:t>
            </a:r>
            <a:r>
              <a:rPr lang="ru-RU" dirty="0"/>
              <a:t>для расчета углов </a:t>
            </a:r>
            <a:r>
              <a:rPr lang="ru-RU" dirty="0" smtClean="0"/>
              <a:t>отражения</a:t>
            </a:r>
          </a:p>
          <a:p>
            <a:pPr lvl="0">
              <a:lnSpc>
                <a:spcPct val="125000"/>
              </a:lnSpc>
            </a:pPr>
            <a:r>
              <a:rPr lang="ru-RU" dirty="0"/>
              <a:t>Зонирование ракетки – </a:t>
            </a:r>
            <a:r>
              <a:rPr lang="ru-RU" dirty="0" smtClean="0"/>
              <a:t>изменение </a:t>
            </a:r>
            <a:r>
              <a:rPr lang="ru-RU" dirty="0"/>
              <a:t>угла отскока </a:t>
            </a:r>
            <a:r>
              <a:rPr lang="ru-RU" dirty="0" smtClean="0"/>
              <a:t>мяча</a:t>
            </a:r>
          </a:p>
          <a:p>
            <a:pPr lvl="0">
              <a:lnSpc>
                <a:spcPct val="125000"/>
              </a:lnSpc>
            </a:pPr>
            <a:r>
              <a:rPr lang="ru-RU" dirty="0"/>
              <a:t>Коллизии – обработка столкновений </a:t>
            </a:r>
            <a:r>
              <a:rPr lang="ru-RU" dirty="0" smtClean="0"/>
              <a:t>мяча</a:t>
            </a:r>
          </a:p>
          <a:p>
            <a:pPr lvl="0">
              <a:lnSpc>
                <a:spcPct val="125000"/>
              </a:lnSpc>
            </a:pPr>
            <a:r>
              <a:rPr lang="ru-RU" dirty="0" smtClean="0"/>
              <a:t>Механика </a:t>
            </a:r>
            <a:r>
              <a:rPr lang="ru-RU" dirty="0"/>
              <a:t>«прилипания» мяча к </a:t>
            </a:r>
            <a:r>
              <a:rPr lang="ru-RU" dirty="0" smtClean="0"/>
              <a:t>ракетке</a:t>
            </a:r>
          </a:p>
          <a:p>
            <a:pPr lvl="0">
              <a:lnSpc>
                <a:spcPct val="125000"/>
              </a:lnSpc>
            </a:pPr>
            <a:r>
              <a:rPr lang="ru-RU" dirty="0" smtClean="0"/>
              <a:t>Динамическое </a:t>
            </a:r>
            <a:r>
              <a:rPr lang="ru-RU" dirty="0"/>
              <a:t>увеличение скорости </a:t>
            </a:r>
            <a:r>
              <a:rPr lang="ru-RU" dirty="0" smtClean="0"/>
              <a:t>игры</a:t>
            </a:r>
          </a:p>
          <a:p>
            <a:pPr lvl="0">
              <a:lnSpc>
                <a:spcPct val="125000"/>
              </a:lnSpc>
            </a:pPr>
            <a:r>
              <a:rPr lang="ru-RU" dirty="0" smtClean="0"/>
              <a:t>Контроллер счёта и начала/конца игры</a:t>
            </a:r>
          </a:p>
        </p:txBody>
      </p:sp>
      <p:grpSp>
        <p:nvGrpSpPr>
          <p:cNvPr id="897" name="Google Shape;897;p43"/>
          <p:cNvGrpSpPr/>
          <p:nvPr/>
        </p:nvGrpSpPr>
        <p:grpSpPr>
          <a:xfrm>
            <a:off x="5462848" y="3062740"/>
            <a:ext cx="1646100" cy="1188900"/>
            <a:chOff x="7403363" y="1047512"/>
            <a:chExt cx="1646100" cy="1188900"/>
          </a:xfrm>
        </p:grpSpPr>
        <p:sp>
          <p:nvSpPr>
            <p:cNvPr id="898" name="Google Shape;898;p43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0" name="Google Shape;900;p43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1" name="Google Shape;901;p43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4" name="Google Shape;904;p43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905" name="Google Shape;905;p43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3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" name="Google Shape;907;p43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908" name="Google Shape;908;p4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3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911" name="Google Shape;911;p4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3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914" name="Google Shape;914;p4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4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918" name="Google Shape;918;p4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0" name="Google Shape;920;p43"/>
          <p:cNvGrpSpPr/>
          <p:nvPr/>
        </p:nvGrpSpPr>
        <p:grpSpPr>
          <a:xfrm>
            <a:off x="5731553" y="1507181"/>
            <a:ext cx="1827475" cy="1051350"/>
            <a:chOff x="6161988" y="3104373"/>
            <a:chExt cx="1827475" cy="1051350"/>
          </a:xfrm>
        </p:grpSpPr>
        <p:grpSp>
          <p:nvGrpSpPr>
            <p:cNvPr id="921" name="Google Shape;921;p43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922" name="Google Shape;922;p4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924" name="Google Shape;924;p4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5" name="Google Shape;925;p4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26" name="Google Shape;926;p43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927" name="Google Shape;927;p43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43"/>
          <p:cNvSpPr/>
          <p:nvPr/>
        </p:nvSpPr>
        <p:spPr>
          <a:xfrm>
            <a:off x="5045730" y="122520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5275935" y="81666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3"/>
          <p:cNvSpPr/>
          <p:nvPr/>
        </p:nvSpPr>
        <p:spPr>
          <a:xfrm>
            <a:off x="4160539" y="1147616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43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935" name="Google Shape;935;p4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5/1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591435" y="731400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Реализация управления ракеткой противника</a:t>
            </a:r>
            <a:endParaRPr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21" t="68734"/>
          <a:stretch/>
        </p:blipFill>
        <p:spPr>
          <a:xfrm>
            <a:off x="696354" y="1417200"/>
            <a:ext cx="7751392" cy="3062035"/>
          </a:xfrm>
          <a:prstGeom prst="rect">
            <a:avLst/>
          </a:prstGeom>
        </p:spPr>
      </p:pic>
      <p:sp>
        <p:nvSpPr>
          <p:cNvPr id="4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6/1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228811" y="223351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Зонирование ракеток</a:t>
            </a:r>
            <a:endParaRPr sz="2400" dirty="0"/>
          </a:p>
        </p:txBody>
      </p:sp>
      <p:sp>
        <p:nvSpPr>
          <p:cNvPr id="10" name="Google Shape;896;p43"/>
          <p:cNvSpPr txBox="1">
            <a:spLocks/>
          </p:cNvSpPr>
          <p:nvPr/>
        </p:nvSpPr>
        <p:spPr>
          <a:xfrm>
            <a:off x="4050676" y="629582"/>
            <a:ext cx="36057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Подсхема изменения направления мяча по оси </a:t>
            </a:r>
            <a:r>
              <a:rPr lang="en-US" sz="1200" dirty="0" smtClean="0"/>
              <a:t>X</a:t>
            </a:r>
            <a:endParaRPr lang="ru-RU" sz="12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077" y="909151"/>
            <a:ext cx="5906931" cy="3714750"/>
          </a:xfrm>
          <a:prstGeom prst="rect">
            <a:avLst/>
          </a:prstGeom>
        </p:spPr>
      </p:pic>
      <p:sp>
        <p:nvSpPr>
          <p:cNvPr id="5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7/1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875771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228811" y="223351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Алгоритм </a:t>
            </a:r>
            <a:r>
              <a:rPr lang="ru-RU" sz="2400" dirty="0" err="1" smtClean="0"/>
              <a:t>Брезенхайма</a:t>
            </a:r>
            <a:r>
              <a:rPr lang="ru-RU" sz="2400" dirty="0" smtClean="0"/>
              <a:t> и подкрутка мяча </a:t>
            </a:r>
            <a:endParaRPr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845651"/>
            <a:ext cx="3886250" cy="1974864"/>
          </a:xfrm>
          <a:prstGeom prst="rect">
            <a:avLst/>
          </a:prstGeom>
        </p:spPr>
      </p:pic>
      <p:pic>
        <p:nvPicPr>
          <p:cNvPr id="4" name="Рисунок 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" t="82593" r="50654"/>
          <a:stretch/>
        </p:blipFill>
        <p:spPr>
          <a:xfrm>
            <a:off x="4843170" y="3006197"/>
            <a:ext cx="3903845" cy="1011615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8" t="22114" r="50654" b="56805"/>
          <a:stretch/>
        </p:blipFill>
        <p:spPr>
          <a:xfrm>
            <a:off x="4841840" y="845651"/>
            <a:ext cx="3905175" cy="1225551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900" y="2969835"/>
            <a:ext cx="3886250" cy="1672654"/>
          </a:xfrm>
          <a:prstGeom prst="rect">
            <a:avLst/>
          </a:prstGeom>
        </p:spPr>
      </p:pic>
      <p:sp>
        <p:nvSpPr>
          <p:cNvPr id="8" name="Google Shape;896;p43"/>
          <p:cNvSpPr txBox="1">
            <a:spLocks noGrp="1"/>
          </p:cNvSpPr>
          <p:nvPr>
            <p:ph type="body" idx="1"/>
          </p:nvPr>
        </p:nvSpPr>
        <p:spPr>
          <a:xfrm>
            <a:off x="2396822" y="559901"/>
            <a:ext cx="2218675" cy="34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indent="0">
              <a:lnSpc>
                <a:spcPct val="125000"/>
              </a:lnSpc>
              <a:buNone/>
            </a:pPr>
            <a:r>
              <a:rPr lang="ru-RU" sz="1200" dirty="0" smtClean="0"/>
              <a:t>Алгоритм </a:t>
            </a:r>
            <a:r>
              <a:rPr lang="ru-RU" sz="1200" dirty="0" err="1" smtClean="0"/>
              <a:t>Брезенхайма</a:t>
            </a:r>
            <a:endParaRPr lang="ru-RU" sz="1200" dirty="0" smtClean="0"/>
          </a:p>
        </p:txBody>
      </p:sp>
      <p:sp>
        <p:nvSpPr>
          <p:cNvPr id="9" name="Google Shape;896;p43"/>
          <p:cNvSpPr txBox="1">
            <a:spLocks/>
          </p:cNvSpPr>
          <p:nvPr/>
        </p:nvSpPr>
        <p:spPr>
          <a:xfrm>
            <a:off x="2051075" y="2684084"/>
            <a:ext cx="24780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Механика «прилипания» мяча</a:t>
            </a:r>
          </a:p>
        </p:txBody>
      </p:sp>
      <p:sp>
        <p:nvSpPr>
          <p:cNvPr id="10" name="Google Shape;896;p43"/>
          <p:cNvSpPr txBox="1">
            <a:spLocks/>
          </p:cNvSpPr>
          <p:nvPr/>
        </p:nvSpPr>
        <p:spPr>
          <a:xfrm>
            <a:off x="4615497" y="3987607"/>
            <a:ext cx="360571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Сигнал «</a:t>
            </a:r>
            <a:r>
              <a:rPr lang="en-US" sz="1200" dirty="0" smtClean="0"/>
              <a:t>freeze</a:t>
            </a:r>
            <a:r>
              <a:rPr lang="ru-RU" sz="1200" dirty="0" smtClean="0"/>
              <a:t>»</a:t>
            </a:r>
            <a:r>
              <a:rPr lang="en-US" sz="1200" dirty="0" smtClean="0"/>
              <a:t> </a:t>
            </a:r>
            <a:r>
              <a:rPr lang="ru-RU" sz="1200" dirty="0" smtClean="0"/>
              <a:t>блокирует мяч по </a:t>
            </a:r>
            <a:r>
              <a:rPr lang="en-US" sz="1200" dirty="0" smtClean="0"/>
              <a:t>Y</a:t>
            </a:r>
            <a:r>
              <a:rPr lang="ru-RU" sz="1200" dirty="0" smtClean="0"/>
              <a:t> и заставляет следовать за ракеткой игрока по </a:t>
            </a:r>
            <a:r>
              <a:rPr lang="en-US" sz="1200" dirty="0" smtClean="0"/>
              <a:t>X</a:t>
            </a:r>
            <a:endParaRPr lang="ru-RU" sz="1200" dirty="0" smtClean="0"/>
          </a:p>
        </p:txBody>
      </p:sp>
      <p:sp>
        <p:nvSpPr>
          <p:cNvPr id="11" name="Google Shape;896;p43"/>
          <p:cNvSpPr txBox="1">
            <a:spLocks/>
          </p:cNvSpPr>
          <p:nvPr/>
        </p:nvSpPr>
        <p:spPr>
          <a:xfrm>
            <a:off x="4659947" y="2023912"/>
            <a:ext cx="4087068" cy="669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Подсхема «</a:t>
            </a:r>
            <a:r>
              <a:rPr lang="ru-RU" sz="1200" dirty="0" err="1" smtClean="0"/>
              <a:t>Брезенхайм</a:t>
            </a:r>
            <a:r>
              <a:rPr lang="ru-RU" sz="1200" dirty="0" smtClean="0"/>
              <a:t>» выдает константу для накопления ошибки траектории мяча,  для реализации углов наклона, в зависимости от зоны ракетки </a:t>
            </a:r>
          </a:p>
        </p:txBody>
      </p:sp>
      <p:sp>
        <p:nvSpPr>
          <p:cNvPr id="12" name="Google Shape;896;p43"/>
          <p:cNvSpPr txBox="1">
            <a:spLocks/>
          </p:cNvSpPr>
          <p:nvPr/>
        </p:nvSpPr>
        <p:spPr>
          <a:xfrm>
            <a:off x="6794427" y="2709712"/>
            <a:ext cx="24780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Координата </a:t>
            </a:r>
            <a:r>
              <a:rPr lang="en-US" sz="1200" dirty="0" smtClean="0"/>
              <a:t>Y</a:t>
            </a:r>
            <a:r>
              <a:rPr lang="ru-RU" sz="1200" dirty="0" smtClean="0"/>
              <a:t> мяча</a:t>
            </a:r>
          </a:p>
        </p:txBody>
      </p:sp>
      <p:sp>
        <p:nvSpPr>
          <p:cNvPr id="13" name="Google Shape;896;p43"/>
          <p:cNvSpPr txBox="1">
            <a:spLocks/>
          </p:cNvSpPr>
          <p:nvPr/>
        </p:nvSpPr>
        <p:spPr>
          <a:xfrm>
            <a:off x="6794427" y="570635"/>
            <a:ext cx="247802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Координата </a:t>
            </a:r>
            <a:r>
              <a:rPr lang="en-US" sz="1200" dirty="0"/>
              <a:t>X</a:t>
            </a:r>
            <a:r>
              <a:rPr lang="ru-RU" sz="1200" dirty="0" smtClean="0"/>
              <a:t> мяча</a:t>
            </a:r>
          </a:p>
        </p:txBody>
      </p:sp>
      <p:sp>
        <p:nvSpPr>
          <p:cNvPr id="14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8/1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670728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228811" y="223351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Начало и конец игры</a:t>
            </a:r>
            <a:endParaRPr sz="2400" dirty="0"/>
          </a:p>
        </p:txBody>
      </p:sp>
      <p:sp>
        <p:nvSpPr>
          <p:cNvPr id="10" name="Google Shape;896;p43"/>
          <p:cNvSpPr txBox="1">
            <a:spLocks/>
          </p:cNvSpPr>
          <p:nvPr/>
        </p:nvSpPr>
        <p:spPr>
          <a:xfrm>
            <a:off x="4944705" y="4457700"/>
            <a:ext cx="217999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200" dirty="0" smtClean="0"/>
              <a:t>Подсхема «</a:t>
            </a:r>
            <a:r>
              <a:rPr lang="en-US" sz="1200" dirty="0" err="1" smtClean="0"/>
              <a:t>game_active</a:t>
            </a:r>
            <a:r>
              <a:rPr lang="ru-RU" sz="1200" dirty="0" smtClean="0"/>
              <a:t>» 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306" y="1309201"/>
            <a:ext cx="6614746" cy="3262799"/>
          </a:xfrm>
          <a:prstGeom prst="rect">
            <a:avLst/>
          </a:prstGeom>
        </p:spPr>
      </p:pic>
      <p:sp>
        <p:nvSpPr>
          <p:cNvPr id="15" name="Google Shape;896;p43"/>
          <p:cNvSpPr txBox="1">
            <a:spLocks/>
          </p:cNvSpPr>
          <p:nvPr/>
        </p:nvSpPr>
        <p:spPr>
          <a:xfrm>
            <a:off x="228811" y="594826"/>
            <a:ext cx="7020128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600" dirty="0" smtClean="0"/>
              <a:t>Игра начинается только, когда введено имя и инициализирована таблица рекордов, а также нажата кнопка влево или вправо </a:t>
            </a:r>
          </a:p>
        </p:txBody>
      </p:sp>
      <p:sp>
        <p:nvSpPr>
          <p:cNvPr id="16" name="Google Shape;896;p43"/>
          <p:cNvSpPr txBox="1">
            <a:spLocks/>
          </p:cNvSpPr>
          <p:nvPr/>
        </p:nvSpPr>
        <p:spPr>
          <a:xfrm>
            <a:off x="6930052" y="1681918"/>
            <a:ext cx="161903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Font typeface="Karla"/>
              <a:buNone/>
            </a:pPr>
            <a:r>
              <a:rPr lang="ru-RU" sz="1600" dirty="0" smtClean="0"/>
              <a:t>Игра окончена, когда нажата кнопка сброса или игрок или противник забили 5 мячей</a:t>
            </a:r>
          </a:p>
        </p:txBody>
      </p:sp>
      <p:sp>
        <p:nvSpPr>
          <p:cNvPr id="8" name="Google Shape;1210;p51"/>
          <p:cNvSpPr txBox="1">
            <a:spLocks/>
          </p:cNvSpPr>
          <p:nvPr/>
        </p:nvSpPr>
        <p:spPr>
          <a:xfrm>
            <a:off x="85541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9/1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1723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3"/>
          <p:cNvSpPr txBox="1">
            <a:spLocks noGrp="1"/>
          </p:cNvSpPr>
          <p:nvPr>
            <p:ph type="title"/>
          </p:nvPr>
        </p:nvSpPr>
        <p:spPr>
          <a:xfrm>
            <a:off x="715850" y="621695"/>
            <a:ext cx="5015703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Основные компоненты процессорной логики</a:t>
            </a:r>
            <a:endParaRPr sz="2400" dirty="0"/>
          </a:p>
        </p:txBody>
      </p:sp>
      <p:sp>
        <p:nvSpPr>
          <p:cNvPr id="896" name="Google Shape;896;p43"/>
          <p:cNvSpPr txBox="1">
            <a:spLocks noGrp="1"/>
          </p:cNvSpPr>
          <p:nvPr>
            <p:ph type="body" idx="1"/>
          </p:nvPr>
        </p:nvSpPr>
        <p:spPr>
          <a:xfrm>
            <a:off x="607125" y="1598531"/>
            <a:ext cx="5404388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25000"/>
              </a:lnSpc>
            </a:pPr>
            <a:r>
              <a:rPr lang="ru-RU" sz="1800" dirty="0" smtClean="0"/>
              <a:t>Процессор </a:t>
            </a:r>
            <a:r>
              <a:rPr lang="en-US" sz="1800" dirty="0" smtClean="0"/>
              <a:t>CdM-8 (m5)</a:t>
            </a:r>
          </a:p>
          <a:p>
            <a:pPr>
              <a:lnSpc>
                <a:spcPct val="125000"/>
              </a:lnSpc>
            </a:pPr>
            <a:r>
              <a:rPr lang="en-US" sz="1800" dirty="0" smtClean="0"/>
              <a:t>Memory-mapped I/O</a:t>
            </a:r>
            <a:endParaRPr lang="ru-RU" sz="1800" dirty="0" smtClean="0"/>
          </a:p>
          <a:p>
            <a:pPr>
              <a:lnSpc>
                <a:spcPct val="125000"/>
              </a:lnSpc>
            </a:pPr>
            <a:r>
              <a:rPr lang="ru-RU" sz="1800" dirty="0" smtClean="0"/>
              <a:t>Ввод имени напрямую в </a:t>
            </a:r>
            <a:r>
              <a:rPr lang="en-US" sz="1800" dirty="0" smtClean="0"/>
              <a:t>RAM</a:t>
            </a:r>
            <a:endParaRPr lang="ru-RU" sz="1800" dirty="0" smtClean="0"/>
          </a:p>
          <a:p>
            <a:pPr>
              <a:lnSpc>
                <a:spcPct val="125000"/>
              </a:lnSpc>
            </a:pPr>
            <a:r>
              <a:rPr lang="ru-RU" sz="1800" dirty="0" err="1" smtClean="0"/>
              <a:t>Валидация</a:t>
            </a:r>
            <a:r>
              <a:rPr lang="ru-RU" sz="1800" dirty="0" smtClean="0"/>
              <a:t> символов и имени </a:t>
            </a:r>
          </a:p>
          <a:p>
            <a:pPr>
              <a:lnSpc>
                <a:spcPct val="125000"/>
              </a:lnSpc>
            </a:pPr>
            <a:r>
              <a:rPr lang="ru-RU" sz="1800" dirty="0" smtClean="0"/>
              <a:t>Инициализация таблицы рекордов при</a:t>
            </a:r>
            <a:r>
              <a:rPr lang="en-US" sz="1800" dirty="0" smtClean="0"/>
              <a:t>   </a:t>
            </a:r>
            <a:r>
              <a:rPr lang="ru-RU" sz="1800" dirty="0" smtClean="0"/>
              <a:t> запуске</a:t>
            </a:r>
          </a:p>
          <a:p>
            <a:pPr>
              <a:lnSpc>
                <a:spcPct val="125000"/>
              </a:lnSpc>
            </a:pPr>
            <a:r>
              <a:rPr lang="ru-RU" sz="1800" dirty="0" smtClean="0"/>
              <a:t>Обработка прерываний в конце игры</a:t>
            </a:r>
          </a:p>
          <a:p>
            <a:pPr>
              <a:lnSpc>
                <a:spcPct val="125000"/>
              </a:lnSpc>
            </a:pPr>
            <a:endParaRPr lang="ru-RU" dirty="0" smtClean="0"/>
          </a:p>
        </p:txBody>
      </p:sp>
      <p:grpSp>
        <p:nvGrpSpPr>
          <p:cNvPr id="897" name="Google Shape;897;p43"/>
          <p:cNvGrpSpPr/>
          <p:nvPr/>
        </p:nvGrpSpPr>
        <p:grpSpPr>
          <a:xfrm>
            <a:off x="5462848" y="3062740"/>
            <a:ext cx="1646100" cy="1188900"/>
            <a:chOff x="7403363" y="1047512"/>
            <a:chExt cx="1646100" cy="1188900"/>
          </a:xfrm>
        </p:grpSpPr>
        <p:sp>
          <p:nvSpPr>
            <p:cNvPr id="898" name="Google Shape;898;p43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0" name="Google Shape;900;p43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1" name="Google Shape;901;p43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4" name="Google Shape;904;p43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905" name="Google Shape;905;p43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3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" name="Google Shape;907;p43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908" name="Google Shape;908;p4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3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911" name="Google Shape;911;p4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3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914" name="Google Shape;914;p4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4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918" name="Google Shape;918;p4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0" name="Google Shape;920;p43"/>
          <p:cNvGrpSpPr/>
          <p:nvPr/>
        </p:nvGrpSpPr>
        <p:grpSpPr>
          <a:xfrm>
            <a:off x="5731553" y="1507181"/>
            <a:ext cx="1827475" cy="1051350"/>
            <a:chOff x="6161988" y="3104373"/>
            <a:chExt cx="1827475" cy="1051350"/>
          </a:xfrm>
        </p:grpSpPr>
        <p:grpSp>
          <p:nvGrpSpPr>
            <p:cNvPr id="921" name="Google Shape;921;p43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922" name="Google Shape;922;p4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924" name="Google Shape;924;p4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5" name="Google Shape;925;p4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26" name="Google Shape;926;p43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927" name="Google Shape;927;p43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43"/>
          <p:cNvSpPr/>
          <p:nvPr/>
        </p:nvSpPr>
        <p:spPr>
          <a:xfrm>
            <a:off x="5045730" y="122520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5275935" y="81666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3"/>
          <p:cNvSpPr/>
          <p:nvPr/>
        </p:nvSpPr>
        <p:spPr>
          <a:xfrm>
            <a:off x="4160539" y="1147616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43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935" name="Google Shape;935;p4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10/1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90703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109805" y="200908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Логика управления памятью процессора</a:t>
            </a:r>
            <a:endParaRPr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9" t="2977" r="48397" b="28075"/>
          <a:stretch/>
        </p:blipFill>
        <p:spPr>
          <a:xfrm>
            <a:off x="286185" y="656911"/>
            <a:ext cx="6610205" cy="4193785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86185" y="656911"/>
            <a:ext cx="1814839" cy="551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Google Shape;896;p43"/>
          <p:cNvSpPr txBox="1">
            <a:spLocks/>
          </p:cNvSpPr>
          <p:nvPr/>
        </p:nvSpPr>
        <p:spPr>
          <a:xfrm>
            <a:off x="6773886" y="1479475"/>
            <a:ext cx="2286351" cy="121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ru-RU" sz="1400" dirty="0" smtClean="0"/>
              <a:t>Реализует            </a:t>
            </a:r>
            <a:r>
              <a:rPr lang="en-US" sz="1400" dirty="0" smtClean="0"/>
              <a:t>Memory-mapped I/O</a:t>
            </a:r>
            <a:endParaRPr lang="ru-RU" sz="1400" dirty="0" smtClean="0"/>
          </a:p>
          <a:p>
            <a:pPr algn="l">
              <a:lnSpc>
                <a:spcPct val="125000"/>
              </a:lnSpc>
            </a:pPr>
            <a:endParaRPr lang="ru-RU" sz="1400" dirty="0" smtClean="0"/>
          </a:p>
          <a:p>
            <a:pPr algn="l">
              <a:lnSpc>
                <a:spcPct val="125000"/>
              </a:lnSpc>
            </a:pPr>
            <a:r>
              <a:rPr lang="ru-RU" sz="1400" dirty="0"/>
              <a:t>Шифратор приоритетов определяет, кому принадлежит управление </a:t>
            </a:r>
            <a:r>
              <a:rPr lang="en-US" sz="1400" dirty="0"/>
              <a:t>RAM</a:t>
            </a:r>
            <a:endParaRPr lang="ru-RU" sz="1400" dirty="0"/>
          </a:p>
          <a:p>
            <a:pPr algn="l">
              <a:lnSpc>
                <a:spcPct val="125000"/>
              </a:lnSpc>
            </a:pPr>
            <a:endParaRPr lang="ru-RU" sz="1400" dirty="0"/>
          </a:p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 smtClean="0"/>
              <a:t> </a:t>
            </a:r>
          </a:p>
        </p:txBody>
      </p:sp>
      <p:sp>
        <p:nvSpPr>
          <p:cNvPr id="8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11/1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08349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0"/>
          <p:cNvSpPr txBox="1">
            <a:spLocks noGrp="1"/>
          </p:cNvSpPr>
          <p:nvPr>
            <p:ph type="title"/>
          </p:nvPr>
        </p:nvSpPr>
        <p:spPr>
          <a:xfrm>
            <a:off x="109805" y="200908"/>
            <a:ext cx="796123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Логика управления памятью процессора</a:t>
            </a:r>
            <a:endParaRPr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6" y="2246406"/>
            <a:ext cx="8551597" cy="2603472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56" y="702618"/>
            <a:ext cx="4721692" cy="1543788"/>
          </a:xfrm>
          <a:prstGeom prst="rect">
            <a:avLst/>
          </a:prstGeom>
        </p:spPr>
      </p:pic>
      <p:sp>
        <p:nvSpPr>
          <p:cNvPr id="7" name="Google Shape;896;p43"/>
          <p:cNvSpPr txBox="1">
            <a:spLocks/>
          </p:cNvSpPr>
          <p:nvPr/>
        </p:nvSpPr>
        <p:spPr>
          <a:xfrm>
            <a:off x="5083872" y="865268"/>
            <a:ext cx="3571517" cy="1218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ru-RU" sz="1400" dirty="0" smtClean="0"/>
              <a:t>Таблица рекордов инициализируется при запуске</a:t>
            </a:r>
          </a:p>
          <a:p>
            <a:pPr algn="l">
              <a:lnSpc>
                <a:spcPct val="125000"/>
              </a:lnSpc>
            </a:pPr>
            <a:r>
              <a:rPr lang="ru-RU" sz="1400" dirty="0" smtClean="0"/>
              <a:t>При вводе нового имени буфер очищается</a:t>
            </a:r>
          </a:p>
        </p:txBody>
      </p:sp>
      <p:sp>
        <p:nvSpPr>
          <p:cNvPr id="8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12/1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444341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15100" y="205620"/>
            <a:ext cx="7713900" cy="685800"/>
          </a:xfrm>
        </p:spPr>
        <p:txBody>
          <a:bodyPr/>
          <a:lstStyle/>
          <a:p>
            <a:r>
              <a:rPr lang="ru-RU" sz="2400" dirty="0" smtClean="0"/>
              <a:t>Карта памяти процессора</a:t>
            </a:r>
            <a:endParaRPr lang="ru-RU" sz="2400" dirty="0"/>
          </a:p>
        </p:txBody>
      </p:sp>
      <p:graphicFrame>
        <p:nvGraphicFramePr>
          <p:cNvPr id="7" name="Таблица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002708"/>
              </p:ext>
            </p:extLst>
          </p:nvPr>
        </p:nvGraphicFramePr>
        <p:xfrm>
          <a:off x="1889183" y="857603"/>
          <a:ext cx="5634804" cy="3722464"/>
        </p:xfrm>
        <a:graphic>
          <a:graphicData uri="http://schemas.openxmlformats.org/drawingml/2006/table">
            <a:tbl>
              <a:tblPr firstRow="1" firstCol="1" bandRow="1">
                <a:tableStyleId>{284E427A-3D55-4303-BF80-6455036E1DE7}</a:tableStyleId>
              </a:tblPr>
              <a:tblGrid>
                <a:gridCol w="749972">
                  <a:extLst>
                    <a:ext uri="{9D8B030D-6E8A-4147-A177-3AD203B41FA5}">
                      <a16:colId xmlns:a16="http://schemas.microsoft.com/office/drawing/2014/main" val="3662509710"/>
                    </a:ext>
                  </a:extLst>
                </a:gridCol>
                <a:gridCol w="691242">
                  <a:extLst>
                    <a:ext uri="{9D8B030D-6E8A-4147-A177-3AD203B41FA5}">
                      <a16:colId xmlns:a16="http://schemas.microsoft.com/office/drawing/2014/main" val="250483343"/>
                    </a:ext>
                  </a:extLst>
                </a:gridCol>
                <a:gridCol w="4193590">
                  <a:extLst>
                    <a:ext uri="{9D8B030D-6E8A-4147-A177-3AD203B41FA5}">
                      <a16:colId xmlns:a16="http://schemas.microsoft.com/office/drawing/2014/main" val="1379791572"/>
                    </a:ext>
                  </a:extLst>
                </a:gridCol>
              </a:tblGrid>
              <a:tr h="327378"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 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Адрес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Назначение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93303678"/>
                  </a:ext>
                </a:extLst>
              </a:tr>
              <a:tr h="168192">
                <a:tc rowSpan="2"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ROM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0</a:t>
                      </a:r>
                      <a:r>
                        <a:rPr lang="en-US" sz="1000">
                          <a:effectLst/>
                        </a:rPr>
                        <a:t>x00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Начало исполняемого кода 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2810198064"/>
                  </a:ext>
                </a:extLst>
              </a:tr>
              <a:tr h="3211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0</a:t>
                      </a:r>
                      <a:r>
                        <a:rPr lang="en-US" sz="1000" dirty="0">
                          <a:effectLst/>
                        </a:rPr>
                        <a:t>xF8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Вектор прерывания, указывает на </a:t>
                      </a:r>
                      <a:r>
                        <a:rPr lang="en-US" sz="1000" dirty="0">
                          <a:effectLst/>
                        </a:rPr>
                        <a:t>counter</a:t>
                      </a:r>
                      <a:r>
                        <a:rPr lang="ru-RU" sz="1000" dirty="0">
                          <a:effectLst/>
                        </a:rPr>
                        <a:t>_</a:t>
                      </a:r>
                      <a:r>
                        <a:rPr lang="en-US" sz="1000" dirty="0">
                          <a:effectLst/>
                        </a:rPr>
                        <a:t>handler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2515143001"/>
                  </a:ext>
                </a:extLst>
              </a:tr>
              <a:tr h="321168">
                <a:tc rowSpan="4"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RAM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0x00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Буфер ввода имени </a:t>
                      </a:r>
                      <a:r>
                        <a:rPr lang="en-US" sz="1000">
                          <a:effectLst/>
                        </a:rPr>
                        <a:t>name</a:t>
                      </a:r>
                      <a:r>
                        <a:rPr lang="ru-RU" sz="1000">
                          <a:effectLst/>
                        </a:rPr>
                        <a:t>_</a:t>
                      </a:r>
                      <a:r>
                        <a:rPr lang="en-US" sz="1000">
                          <a:effectLst/>
                        </a:rPr>
                        <a:t>buffer</a:t>
                      </a:r>
                      <a:r>
                        <a:rPr lang="ru-RU" sz="1000">
                          <a:effectLst/>
                        </a:rPr>
                        <a:t> (8 байт)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3893848509"/>
                  </a:ext>
                </a:extLst>
              </a:tr>
              <a:tr h="3211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0x10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Физические данные рекордов </a:t>
                      </a:r>
                      <a:r>
                        <a:rPr lang="en-US" sz="1000" dirty="0">
                          <a:effectLst/>
                        </a:rPr>
                        <a:t>records</a:t>
                      </a:r>
                      <a:r>
                        <a:rPr lang="ru-RU" sz="1000" dirty="0">
                          <a:effectLst/>
                        </a:rPr>
                        <a:t>_</a:t>
                      </a:r>
                      <a:r>
                        <a:rPr lang="en-US" sz="1000" dirty="0">
                          <a:effectLst/>
                        </a:rPr>
                        <a:t>data </a:t>
                      </a:r>
                      <a:r>
                        <a:rPr lang="ru-RU" sz="1000" dirty="0">
                          <a:effectLst/>
                        </a:rPr>
                        <a:t>(45 байт)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3584437686"/>
                  </a:ext>
                </a:extLst>
              </a:tr>
              <a:tr h="4817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0x3D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Массив указателей на рекорды </a:t>
                      </a:r>
                      <a:r>
                        <a:rPr lang="en-US" sz="1000" dirty="0">
                          <a:effectLst/>
                        </a:rPr>
                        <a:t>records</a:t>
                      </a:r>
                      <a:r>
                        <a:rPr lang="ru-RU" sz="1000" dirty="0">
                          <a:effectLst/>
                        </a:rPr>
                        <a:t>_</a:t>
                      </a:r>
                      <a:r>
                        <a:rPr lang="en-US" sz="1000" dirty="0" err="1">
                          <a:effectLst/>
                        </a:rPr>
                        <a:t>ptrs</a:t>
                      </a:r>
                      <a:r>
                        <a:rPr lang="en-US" sz="1000" dirty="0">
                          <a:effectLst/>
                        </a:rPr>
                        <a:t> </a:t>
                      </a:r>
                      <a:endParaRPr lang="ru-RU" sz="1000" dirty="0">
                        <a:effectLst/>
                      </a:endParaRPr>
                    </a:p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(5 байт, смещение 0</a:t>
                      </a:r>
                      <a:r>
                        <a:rPr lang="en-US" sz="1000" dirty="0">
                          <a:effectLst/>
                        </a:rPr>
                        <a:t>x</a:t>
                      </a:r>
                      <a:r>
                        <a:rPr lang="ru-RU" sz="1000" dirty="0">
                          <a:effectLst/>
                        </a:rPr>
                        <a:t>10 + 45)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979301926"/>
                  </a:ext>
                </a:extLst>
              </a:tr>
              <a:tr h="16819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0xF0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Вершина стека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598221643"/>
                  </a:ext>
                </a:extLst>
              </a:tr>
              <a:tr h="321168">
                <a:tc rowSpan="5"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Memory-mapped I/O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0xF1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Терминал для печати таблицы рекордов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2326280454"/>
                  </a:ext>
                </a:extLst>
              </a:tr>
              <a:tr h="3211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0xF2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Статус-регистр для разрешения/запрета прерывания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1406265112"/>
                  </a:ext>
                </a:extLst>
              </a:tr>
              <a:tr h="168192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0xF3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Порт чтения нового счета игрока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3235683430"/>
                  </a:ext>
                </a:extLst>
              </a:tr>
              <a:tr h="321168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>
                          <a:effectLst/>
                        </a:rPr>
                        <a:t>0xF4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>
                          <a:effectLst/>
                        </a:rPr>
                        <a:t>Разрешение/запрет аппаратного ввода имени 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1807790348"/>
                  </a:ext>
                </a:extLst>
              </a:tr>
              <a:tr h="48175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>
                          <a:effectLst/>
                        </a:rPr>
                        <a:t>0xF5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05000"/>
                        </a:lnSpc>
                        <a:spcAft>
                          <a:spcPts val="0"/>
                        </a:spcAft>
                      </a:pPr>
                      <a:r>
                        <a:rPr lang="ru-RU" sz="1000" dirty="0">
                          <a:effectLst/>
                        </a:rPr>
                        <a:t>Статус аппаратной загрузки инициализации таблицы начальными значениями 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459" marR="55459" marT="0" marB="0" anchor="ctr"/>
                </a:tc>
                <a:extLst>
                  <a:ext uri="{0D108BD9-81ED-4DB2-BD59-A6C34878D82A}">
                    <a16:rowId xmlns:a16="http://schemas.microsoft.com/office/drawing/2014/main" val="2887856658"/>
                  </a:ext>
                </a:extLst>
              </a:tr>
            </a:tbl>
          </a:graphicData>
        </a:graphic>
      </p:graphicFrame>
      <p:grpSp>
        <p:nvGrpSpPr>
          <p:cNvPr id="8" name="Google Shape;629;p34"/>
          <p:cNvGrpSpPr/>
          <p:nvPr/>
        </p:nvGrpSpPr>
        <p:grpSpPr>
          <a:xfrm>
            <a:off x="-198638" y="1761893"/>
            <a:ext cx="1827475" cy="1051350"/>
            <a:chOff x="136938" y="3645137"/>
            <a:chExt cx="1827475" cy="1051350"/>
          </a:xfrm>
        </p:grpSpPr>
        <p:grpSp>
          <p:nvGrpSpPr>
            <p:cNvPr id="9" name="Google Shape;630;p34"/>
            <p:cNvGrpSpPr/>
            <p:nvPr/>
          </p:nvGrpSpPr>
          <p:grpSpPr>
            <a:xfrm>
              <a:off x="136938" y="3645137"/>
              <a:ext cx="1827475" cy="1051350"/>
              <a:chOff x="274188" y="1278048"/>
              <a:chExt cx="1827475" cy="1051350"/>
            </a:xfrm>
          </p:grpSpPr>
          <p:sp>
            <p:nvSpPr>
              <p:cNvPr id="16" name="Google Shape;631;p34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7" name="Google Shape;632;p34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18" name="Google Shape;633;p34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19" name="Google Shape;634;p34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10" name="Google Shape;635;p34"/>
            <p:cNvGrpSpPr/>
            <p:nvPr/>
          </p:nvGrpSpPr>
          <p:grpSpPr>
            <a:xfrm>
              <a:off x="312866" y="4003096"/>
              <a:ext cx="1339306" cy="443404"/>
              <a:chOff x="312866" y="4003096"/>
              <a:chExt cx="1339306" cy="443404"/>
            </a:xfrm>
          </p:grpSpPr>
          <p:sp>
            <p:nvSpPr>
              <p:cNvPr id="11" name="Google Shape;636;p34"/>
              <p:cNvSpPr/>
              <p:nvPr/>
            </p:nvSpPr>
            <p:spPr>
              <a:xfrm>
                <a:off x="877401" y="4018335"/>
                <a:ext cx="770549" cy="67223"/>
              </a:xfrm>
              <a:custGeom>
                <a:avLst/>
                <a:gdLst/>
                <a:ahLst/>
                <a:cxnLst/>
                <a:rect l="l" t="t" r="r" b="b"/>
                <a:pathLst>
                  <a:path w="17343" h="1513" extrusionOk="0">
                    <a:moveTo>
                      <a:pt x="1001" y="0"/>
                    </a:moveTo>
                    <a:cubicBezTo>
                      <a:pt x="1" y="0"/>
                      <a:pt x="1" y="1512"/>
                      <a:pt x="1001" y="1512"/>
                    </a:cubicBezTo>
                    <a:lnTo>
                      <a:pt x="16318" y="1512"/>
                    </a:lnTo>
                    <a:cubicBezTo>
                      <a:pt x="17342" y="1512"/>
                      <a:pt x="17342" y="0"/>
                      <a:pt x="1631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" name="Google Shape;637;p34"/>
              <p:cNvSpPr/>
              <p:nvPr/>
            </p:nvSpPr>
            <p:spPr>
              <a:xfrm>
                <a:off x="873136" y="4156728"/>
                <a:ext cx="779036" cy="274489"/>
              </a:xfrm>
              <a:custGeom>
                <a:avLst/>
                <a:gdLst/>
                <a:ahLst/>
                <a:cxnLst/>
                <a:rect l="l" t="t" r="r" b="b"/>
                <a:pathLst>
                  <a:path w="17534" h="6178" extrusionOk="0">
                    <a:moveTo>
                      <a:pt x="9469" y="0"/>
                    </a:moveTo>
                    <a:cubicBezTo>
                      <a:pt x="9292" y="0"/>
                      <a:pt x="9116" y="62"/>
                      <a:pt x="8975" y="178"/>
                    </a:cubicBezTo>
                    <a:lnTo>
                      <a:pt x="4024" y="4470"/>
                    </a:lnTo>
                    <a:lnTo>
                      <a:pt x="1512" y="2885"/>
                    </a:lnTo>
                    <a:cubicBezTo>
                      <a:pt x="1365" y="2788"/>
                      <a:pt x="1219" y="2747"/>
                      <a:pt x="1083" y="2747"/>
                    </a:cubicBezTo>
                    <a:cubicBezTo>
                      <a:pt x="430" y="2747"/>
                      <a:pt x="0" y="3709"/>
                      <a:pt x="707" y="4153"/>
                    </a:cubicBezTo>
                    <a:lnTo>
                      <a:pt x="3682" y="6056"/>
                    </a:lnTo>
                    <a:cubicBezTo>
                      <a:pt x="3804" y="6129"/>
                      <a:pt x="3951" y="6178"/>
                      <a:pt x="4097" y="6178"/>
                    </a:cubicBezTo>
                    <a:cubicBezTo>
                      <a:pt x="4268" y="6178"/>
                      <a:pt x="4438" y="6129"/>
                      <a:pt x="4585" y="6007"/>
                    </a:cubicBezTo>
                    <a:lnTo>
                      <a:pt x="9511" y="1739"/>
                    </a:lnTo>
                    <a:lnTo>
                      <a:pt x="12731" y="4202"/>
                    </a:lnTo>
                    <a:cubicBezTo>
                      <a:pt x="12866" y="4307"/>
                      <a:pt x="13038" y="4357"/>
                      <a:pt x="13207" y="4357"/>
                    </a:cubicBezTo>
                    <a:cubicBezTo>
                      <a:pt x="13313" y="4357"/>
                      <a:pt x="13417" y="4337"/>
                      <a:pt x="13511" y="4300"/>
                    </a:cubicBezTo>
                    <a:lnTo>
                      <a:pt x="16731" y="2812"/>
                    </a:lnTo>
                    <a:cubicBezTo>
                      <a:pt x="17534" y="2432"/>
                      <a:pt x="17165" y="1337"/>
                      <a:pt x="16449" y="1337"/>
                    </a:cubicBezTo>
                    <a:cubicBezTo>
                      <a:pt x="16339" y="1337"/>
                      <a:pt x="16220" y="1363"/>
                      <a:pt x="16097" y="1422"/>
                    </a:cubicBezTo>
                    <a:lnTo>
                      <a:pt x="13292" y="2714"/>
                    </a:lnTo>
                    <a:lnTo>
                      <a:pt x="9926" y="153"/>
                    </a:lnTo>
                    <a:cubicBezTo>
                      <a:pt x="9788" y="50"/>
                      <a:pt x="9628" y="0"/>
                      <a:pt x="946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Google Shape;638;p34"/>
              <p:cNvSpPr/>
              <p:nvPr/>
            </p:nvSpPr>
            <p:spPr>
              <a:xfrm>
                <a:off x="350807" y="4003096"/>
                <a:ext cx="211354" cy="187583"/>
              </a:xfrm>
              <a:custGeom>
                <a:avLst/>
                <a:gdLst/>
                <a:ahLst/>
                <a:cxnLst/>
                <a:rect l="l" t="t" r="r" b="b"/>
                <a:pathLst>
                  <a:path w="4757" h="4222" extrusionOk="0">
                    <a:moveTo>
                      <a:pt x="4648" y="1"/>
                    </a:moveTo>
                    <a:cubicBezTo>
                      <a:pt x="2522" y="1"/>
                      <a:pt x="648" y="1402"/>
                      <a:pt x="1" y="3441"/>
                    </a:cubicBezTo>
                    <a:lnTo>
                      <a:pt x="2391" y="4221"/>
                    </a:lnTo>
                    <a:cubicBezTo>
                      <a:pt x="2708" y="3197"/>
                      <a:pt x="3683" y="2490"/>
                      <a:pt x="4757" y="2490"/>
                    </a:cubicBezTo>
                    <a:lnTo>
                      <a:pt x="4757" y="2"/>
                    </a:lnTo>
                    <a:cubicBezTo>
                      <a:pt x="4720" y="1"/>
                      <a:pt x="4684" y="1"/>
                      <a:pt x="464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639;p34"/>
              <p:cNvSpPr/>
              <p:nvPr/>
            </p:nvSpPr>
            <p:spPr>
              <a:xfrm>
                <a:off x="312866" y="4155928"/>
                <a:ext cx="460606" cy="290572"/>
              </a:xfrm>
              <a:custGeom>
                <a:avLst/>
                <a:gdLst/>
                <a:ahLst/>
                <a:cxnLst/>
                <a:rect l="l" t="t" r="r" b="b"/>
                <a:pathLst>
                  <a:path w="10367" h="6540" extrusionOk="0">
                    <a:moveTo>
                      <a:pt x="855" y="1"/>
                    </a:moveTo>
                    <a:lnTo>
                      <a:pt x="855" y="1"/>
                    </a:lnTo>
                    <a:cubicBezTo>
                      <a:pt x="1" y="2635"/>
                      <a:pt x="1440" y="5440"/>
                      <a:pt x="4074" y="6293"/>
                    </a:cubicBezTo>
                    <a:cubicBezTo>
                      <a:pt x="4584" y="6460"/>
                      <a:pt x="5103" y="6539"/>
                      <a:pt x="5614" y="6539"/>
                    </a:cubicBezTo>
                    <a:cubicBezTo>
                      <a:pt x="7715" y="6539"/>
                      <a:pt x="9680" y="5198"/>
                      <a:pt x="10367" y="3098"/>
                    </a:cubicBezTo>
                    <a:lnTo>
                      <a:pt x="7976" y="2318"/>
                    </a:lnTo>
                    <a:cubicBezTo>
                      <a:pt x="7642" y="3380"/>
                      <a:pt x="6657" y="4046"/>
                      <a:pt x="5597" y="4046"/>
                    </a:cubicBezTo>
                    <a:cubicBezTo>
                      <a:pt x="5343" y="4046"/>
                      <a:pt x="5085" y="4008"/>
                      <a:pt x="4830" y="3927"/>
                    </a:cubicBezTo>
                    <a:cubicBezTo>
                      <a:pt x="3513" y="3488"/>
                      <a:pt x="2806" y="2098"/>
                      <a:pt x="3245" y="781"/>
                    </a:cubicBezTo>
                    <a:lnTo>
                      <a:pt x="855" y="1"/>
                    </a:ln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640;p34"/>
              <p:cNvSpPr/>
              <p:nvPr/>
            </p:nvSpPr>
            <p:spPr>
              <a:xfrm>
                <a:off x="562102" y="4003140"/>
                <a:ext cx="222194" cy="290483"/>
              </a:xfrm>
              <a:custGeom>
                <a:avLst/>
                <a:gdLst/>
                <a:ahLst/>
                <a:cxnLst/>
                <a:rect l="l" t="t" r="r" b="b"/>
                <a:pathLst>
                  <a:path w="5001" h="6538" extrusionOk="0">
                    <a:moveTo>
                      <a:pt x="45" y="1"/>
                    </a:moveTo>
                    <a:cubicBezTo>
                      <a:pt x="30" y="1"/>
                      <a:pt x="15" y="1"/>
                      <a:pt x="1" y="1"/>
                    </a:cubicBezTo>
                    <a:lnTo>
                      <a:pt x="1" y="2489"/>
                    </a:lnTo>
                    <a:cubicBezTo>
                      <a:pt x="1683" y="2489"/>
                      <a:pt x="2903" y="4147"/>
                      <a:pt x="2366" y="5757"/>
                    </a:cubicBezTo>
                    <a:lnTo>
                      <a:pt x="4757" y="6537"/>
                    </a:lnTo>
                    <a:cubicBezTo>
                      <a:pt x="4927" y="6025"/>
                      <a:pt x="5000" y="5513"/>
                      <a:pt x="5000" y="5001"/>
                    </a:cubicBezTo>
                    <a:cubicBezTo>
                      <a:pt x="5000" y="2235"/>
                      <a:pt x="2781" y="1"/>
                      <a:pt x="4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" name="Google Shape;528;p32"/>
          <p:cNvGrpSpPr/>
          <p:nvPr/>
        </p:nvGrpSpPr>
        <p:grpSpPr>
          <a:xfrm rot="-5400000">
            <a:off x="8156455" y="774347"/>
            <a:ext cx="603495" cy="1371596"/>
            <a:chOff x="3724575" y="3497700"/>
            <a:chExt cx="603495" cy="1371596"/>
          </a:xfrm>
        </p:grpSpPr>
        <p:sp>
          <p:nvSpPr>
            <p:cNvPr id="22" name="Google Shape;529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5488" y="16414"/>
                  </a:moveTo>
                  <a:lnTo>
                    <a:pt x="1732" y="16414"/>
                  </a:lnTo>
                  <a:cubicBezTo>
                    <a:pt x="781" y="16414"/>
                    <a:pt x="1" y="15634"/>
                    <a:pt x="1" y="14683"/>
                  </a:cubicBezTo>
                  <a:lnTo>
                    <a:pt x="1" y="5537"/>
                  </a:lnTo>
                  <a:cubicBezTo>
                    <a:pt x="1" y="5073"/>
                    <a:pt x="196" y="4634"/>
                    <a:pt x="513" y="4317"/>
                  </a:cubicBezTo>
                  <a:cubicBezTo>
                    <a:pt x="757" y="4073"/>
                    <a:pt x="1050" y="3902"/>
                    <a:pt x="1367" y="3829"/>
                  </a:cubicBezTo>
                  <a:lnTo>
                    <a:pt x="1367" y="781"/>
                  </a:lnTo>
                  <a:cubicBezTo>
                    <a:pt x="1367" y="585"/>
                    <a:pt x="1440" y="366"/>
                    <a:pt x="1610" y="220"/>
                  </a:cubicBezTo>
                  <a:cubicBezTo>
                    <a:pt x="1757" y="73"/>
                    <a:pt x="1952" y="0"/>
                    <a:pt x="2147" y="0"/>
                  </a:cubicBezTo>
                  <a:lnTo>
                    <a:pt x="5074" y="0"/>
                  </a:lnTo>
                  <a:cubicBezTo>
                    <a:pt x="5513" y="0"/>
                    <a:pt x="5854" y="342"/>
                    <a:pt x="5854" y="781"/>
                  </a:cubicBezTo>
                  <a:lnTo>
                    <a:pt x="5854" y="3829"/>
                  </a:lnTo>
                  <a:cubicBezTo>
                    <a:pt x="6659" y="4024"/>
                    <a:pt x="7220" y="4732"/>
                    <a:pt x="7220" y="5537"/>
                  </a:cubicBezTo>
                  <a:lnTo>
                    <a:pt x="7220" y="14683"/>
                  </a:lnTo>
                  <a:cubicBezTo>
                    <a:pt x="7220" y="15634"/>
                    <a:pt x="6440" y="16414"/>
                    <a:pt x="5488" y="1641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530;p32"/>
            <p:cNvSpPr/>
            <p:nvPr/>
          </p:nvSpPr>
          <p:spPr>
            <a:xfrm>
              <a:off x="3757170" y="3848221"/>
              <a:ext cx="538223" cy="988485"/>
            </a:xfrm>
            <a:custGeom>
              <a:avLst/>
              <a:gdLst/>
              <a:ahLst/>
              <a:cxnLst/>
              <a:rect l="l" t="t" r="r" b="b"/>
              <a:pathLst>
                <a:path w="6440" h="11830" extrusionOk="0">
                  <a:moveTo>
                    <a:pt x="5098" y="0"/>
                  </a:moveTo>
                  <a:lnTo>
                    <a:pt x="1342" y="0"/>
                  </a:lnTo>
                  <a:cubicBezTo>
                    <a:pt x="611" y="0"/>
                    <a:pt x="1" y="610"/>
                    <a:pt x="1" y="1342"/>
                  </a:cubicBezTo>
                  <a:lnTo>
                    <a:pt x="1" y="10488"/>
                  </a:lnTo>
                  <a:cubicBezTo>
                    <a:pt x="1" y="11219"/>
                    <a:pt x="611" y="11829"/>
                    <a:pt x="1342" y="11829"/>
                  </a:cubicBezTo>
                  <a:lnTo>
                    <a:pt x="5098" y="11829"/>
                  </a:lnTo>
                  <a:cubicBezTo>
                    <a:pt x="5830" y="11829"/>
                    <a:pt x="6440" y="11219"/>
                    <a:pt x="6440" y="10488"/>
                  </a:cubicBezTo>
                  <a:lnTo>
                    <a:pt x="6440" y="1342"/>
                  </a:lnTo>
                  <a:cubicBezTo>
                    <a:pt x="6440" y="610"/>
                    <a:pt x="5830" y="0"/>
                    <a:pt x="509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531;p32"/>
            <p:cNvSpPr/>
            <p:nvPr/>
          </p:nvSpPr>
          <p:spPr>
            <a:xfrm>
              <a:off x="3816342" y="4047922"/>
              <a:ext cx="38779" cy="654255"/>
            </a:xfrm>
            <a:custGeom>
              <a:avLst/>
              <a:gdLst/>
              <a:ahLst/>
              <a:cxnLst/>
              <a:rect l="l" t="t" r="r" b="b"/>
              <a:pathLst>
                <a:path w="464" h="7830" extrusionOk="0">
                  <a:moveTo>
                    <a:pt x="439" y="7610"/>
                  </a:moveTo>
                  <a:cubicBezTo>
                    <a:pt x="464" y="7829"/>
                    <a:pt x="0" y="7829"/>
                    <a:pt x="25" y="7610"/>
                  </a:cubicBezTo>
                  <a:lnTo>
                    <a:pt x="25" y="1781"/>
                  </a:lnTo>
                  <a:cubicBezTo>
                    <a:pt x="0" y="1561"/>
                    <a:pt x="464" y="1561"/>
                    <a:pt x="439" y="1781"/>
                  </a:cubicBezTo>
                  <a:close/>
                  <a:moveTo>
                    <a:pt x="439" y="732"/>
                  </a:moveTo>
                  <a:cubicBezTo>
                    <a:pt x="415" y="952"/>
                    <a:pt x="73" y="952"/>
                    <a:pt x="25" y="732"/>
                  </a:cubicBezTo>
                  <a:lnTo>
                    <a:pt x="25" y="220"/>
                  </a:lnTo>
                  <a:cubicBezTo>
                    <a:pt x="0" y="0"/>
                    <a:pt x="464" y="0"/>
                    <a:pt x="439" y="2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532;p32"/>
            <p:cNvSpPr/>
            <p:nvPr/>
          </p:nvSpPr>
          <p:spPr>
            <a:xfrm>
              <a:off x="3724575" y="3497700"/>
              <a:ext cx="603495" cy="1371596"/>
            </a:xfrm>
            <a:custGeom>
              <a:avLst/>
              <a:gdLst/>
              <a:ahLst/>
              <a:cxnLst/>
              <a:rect l="l" t="t" r="r" b="b"/>
              <a:pathLst>
                <a:path w="7221" h="16415" extrusionOk="0">
                  <a:moveTo>
                    <a:pt x="3171" y="2293"/>
                  </a:moveTo>
                  <a:lnTo>
                    <a:pt x="2415" y="2293"/>
                  </a:lnTo>
                  <a:cubicBezTo>
                    <a:pt x="2342" y="2293"/>
                    <a:pt x="2269" y="2220"/>
                    <a:pt x="2269" y="2146"/>
                  </a:cubicBezTo>
                  <a:lnTo>
                    <a:pt x="2269" y="1293"/>
                  </a:lnTo>
                  <a:cubicBezTo>
                    <a:pt x="2269" y="1195"/>
                    <a:pt x="2342" y="1146"/>
                    <a:pt x="2415" y="1146"/>
                  </a:cubicBezTo>
                  <a:lnTo>
                    <a:pt x="3171" y="1146"/>
                  </a:lnTo>
                  <a:cubicBezTo>
                    <a:pt x="3245" y="1146"/>
                    <a:pt x="3318" y="1195"/>
                    <a:pt x="3318" y="1293"/>
                  </a:cubicBezTo>
                  <a:lnTo>
                    <a:pt x="3318" y="2146"/>
                  </a:lnTo>
                  <a:cubicBezTo>
                    <a:pt x="3318" y="2220"/>
                    <a:pt x="3245" y="2293"/>
                    <a:pt x="3171" y="2293"/>
                  </a:cubicBezTo>
                  <a:close/>
                  <a:moveTo>
                    <a:pt x="5488" y="16414"/>
                  </a:moveTo>
                  <a:cubicBezTo>
                    <a:pt x="6440" y="16414"/>
                    <a:pt x="7220" y="15634"/>
                    <a:pt x="7220" y="14683"/>
                  </a:cubicBezTo>
                  <a:lnTo>
                    <a:pt x="7220" y="5537"/>
                  </a:lnTo>
                  <a:cubicBezTo>
                    <a:pt x="7220" y="4707"/>
                    <a:pt x="6659" y="4000"/>
                    <a:pt x="5854" y="3829"/>
                  </a:cubicBezTo>
                  <a:lnTo>
                    <a:pt x="5854" y="781"/>
                  </a:lnTo>
                  <a:cubicBezTo>
                    <a:pt x="5854" y="342"/>
                    <a:pt x="5513" y="0"/>
                    <a:pt x="5074" y="0"/>
                  </a:cubicBezTo>
                  <a:lnTo>
                    <a:pt x="2147" y="0"/>
                  </a:lnTo>
                  <a:cubicBezTo>
                    <a:pt x="1952" y="0"/>
                    <a:pt x="1732" y="73"/>
                    <a:pt x="1586" y="220"/>
                  </a:cubicBezTo>
                  <a:cubicBezTo>
                    <a:pt x="1440" y="366"/>
                    <a:pt x="1367" y="561"/>
                    <a:pt x="1367" y="781"/>
                  </a:cubicBezTo>
                  <a:lnTo>
                    <a:pt x="1367" y="3829"/>
                  </a:lnTo>
                  <a:cubicBezTo>
                    <a:pt x="1050" y="3902"/>
                    <a:pt x="757" y="4073"/>
                    <a:pt x="513" y="4293"/>
                  </a:cubicBezTo>
                  <a:cubicBezTo>
                    <a:pt x="196" y="4610"/>
                    <a:pt x="1" y="5049"/>
                    <a:pt x="1" y="5512"/>
                  </a:cubicBezTo>
                  <a:lnTo>
                    <a:pt x="1" y="14658"/>
                  </a:lnTo>
                  <a:cubicBezTo>
                    <a:pt x="1" y="15634"/>
                    <a:pt x="781" y="16414"/>
                    <a:pt x="1732" y="16414"/>
                  </a:cubicBezTo>
                  <a:close/>
                  <a:moveTo>
                    <a:pt x="1757" y="3805"/>
                  </a:moveTo>
                  <a:lnTo>
                    <a:pt x="5464" y="3805"/>
                  </a:lnTo>
                  <a:lnTo>
                    <a:pt x="5464" y="781"/>
                  </a:lnTo>
                  <a:cubicBezTo>
                    <a:pt x="5464" y="683"/>
                    <a:pt x="5415" y="585"/>
                    <a:pt x="5342" y="512"/>
                  </a:cubicBezTo>
                  <a:cubicBezTo>
                    <a:pt x="5269" y="439"/>
                    <a:pt x="5171" y="390"/>
                    <a:pt x="5074" y="390"/>
                  </a:cubicBezTo>
                  <a:lnTo>
                    <a:pt x="2147" y="390"/>
                  </a:lnTo>
                  <a:cubicBezTo>
                    <a:pt x="1928" y="390"/>
                    <a:pt x="1757" y="561"/>
                    <a:pt x="1757" y="781"/>
                  </a:cubicBezTo>
                  <a:close/>
                  <a:moveTo>
                    <a:pt x="1732" y="16024"/>
                  </a:moveTo>
                  <a:cubicBezTo>
                    <a:pt x="1001" y="16024"/>
                    <a:pt x="391" y="15414"/>
                    <a:pt x="391" y="14683"/>
                  </a:cubicBezTo>
                  <a:lnTo>
                    <a:pt x="391" y="5537"/>
                  </a:lnTo>
                  <a:cubicBezTo>
                    <a:pt x="391" y="4780"/>
                    <a:pt x="1001" y="4195"/>
                    <a:pt x="1732" y="4195"/>
                  </a:cubicBezTo>
                  <a:lnTo>
                    <a:pt x="5488" y="4195"/>
                  </a:lnTo>
                  <a:cubicBezTo>
                    <a:pt x="6220" y="4195"/>
                    <a:pt x="6830" y="4780"/>
                    <a:pt x="6830" y="5537"/>
                  </a:cubicBezTo>
                  <a:lnTo>
                    <a:pt x="6830" y="14683"/>
                  </a:lnTo>
                  <a:cubicBezTo>
                    <a:pt x="6830" y="15414"/>
                    <a:pt x="6220" y="16024"/>
                    <a:pt x="5488" y="16024"/>
                  </a:cubicBezTo>
                  <a:close/>
                  <a:moveTo>
                    <a:pt x="4781" y="2293"/>
                  </a:moveTo>
                  <a:lnTo>
                    <a:pt x="4074" y="2293"/>
                  </a:lnTo>
                  <a:cubicBezTo>
                    <a:pt x="3976" y="2293"/>
                    <a:pt x="3928" y="2220"/>
                    <a:pt x="3928" y="2146"/>
                  </a:cubicBezTo>
                  <a:lnTo>
                    <a:pt x="3928" y="1293"/>
                  </a:lnTo>
                  <a:cubicBezTo>
                    <a:pt x="3903" y="1220"/>
                    <a:pt x="3976" y="1146"/>
                    <a:pt x="4074" y="1146"/>
                  </a:cubicBezTo>
                  <a:lnTo>
                    <a:pt x="4781" y="1146"/>
                  </a:lnTo>
                  <a:cubicBezTo>
                    <a:pt x="4879" y="1146"/>
                    <a:pt x="4952" y="1220"/>
                    <a:pt x="4952" y="1293"/>
                  </a:cubicBezTo>
                  <a:lnTo>
                    <a:pt x="4952" y="2122"/>
                  </a:lnTo>
                  <a:cubicBezTo>
                    <a:pt x="4952" y="2220"/>
                    <a:pt x="4879" y="2293"/>
                    <a:pt x="4781" y="229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533;p32"/>
            <p:cNvSpPr/>
            <p:nvPr/>
          </p:nvSpPr>
          <p:spPr>
            <a:xfrm>
              <a:off x="3871336" y="3530287"/>
              <a:ext cx="309980" cy="285349"/>
            </a:xfrm>
            <a:custGeom>
              <a:avLst/>
              <a:gdLst/>
              <a:ahLst/>
              <a:cxnLst/>
              <a:rect l="l" t="t" r="r" b="b"/>
              <a:pathLst>
                <a:path w="3709" h="3415" extrusionOk="0">
                  <a:moveTo>
                    <a:pt x="1" y="3415"/>
                  </a:moveTo>
                  <a:lnTo>
                    <a:pt x="3708" y="3415"/>
                  </a:lnTo>
                  <a:lnTo>
                    <a:pt x="3708" y="391"/>
                  </a:lnTo>
                  <a:cubicBezTo>
                    <a:pt x="3708" y="293"/>
                    <a:pt x="3659" y="195"/>
                    <a:pt x="3586" y="122"/>
                  </a:cubicBezTo>
                  <a:cubicBezTo>
                    <a:pt x="3513" y="49"/>
                    <a:pt x="3415" y="0"/>
                    <a:pt x="3318" y="0"/>
                  </a:cubicBezTo>
                  <a:lnTo>
                    <a:pt x="391" y="0"/>
                  </a:lnTo>
                  <a:cubicBezTo>
                    <a:pt x="172" y="0"/>
                    <a:pt x="1" y="171"/>
                    <a:pt x="1" y="391"/>
                  </a:cubicBezTo>
                  <a:close/>
                  <a:moveTo>
                    <a:pt x="1415" y="1903"/>
                  </a:moveTo>
                  <a:lnTo>
                    <a:pt x="659" y="1903"/>
                  </a:lnTo>
                  <a:cubicBezTo>
                    <a:pt x="586" y="1903"/>
                    <a:pt x="513" y="1830"/>
                    <a:pt x="513" y="1756"/>
                  </a:cubicBezTo>
                  <a:lnTo>
                    <a:pt x="513" y="903"/>
                  </a:lnTo>
                  <a:cubicBezTo>
                    <a:pt x="513" y="805"/>
                    <a:pt x="586" y="756"/>
                    <a:pt x="659" y="756"/>
                  </a:cubicBezTo>
                  <a:lnTo>
                    <a:pt x="1415" y="756"/>
                  </a:lnTo>
                  <a:cubicBezTo>
                    <a:pt x="1489" y="756"/>
                    <a:pt x="1562" y="805"/>
                    <a:pt x="1562" y="903"/>
                  </a:cubicBezTo>
                  <a:lnTo>
                    <a:pt x="1562" y="1756"/>
                  </a:lnTo>
                  <a:cubicBezTo>
                    <a:pt x="1562" y="1830"/>
                    <a:pt x="1489" y="1903"/>
                    <a:pt x="1415" y="1903"/>
                  </a:cubicBezTo>
                  <a:close/>
                  <a:moveTo>
                    <a:pt x="3025" y="1903"/>
                  </a:moveTo>
                  <a:lnTo>
                    <a:pt x="2318" y="1903"/>
                  </a:lnTo>
                  <a:cubicBezTo>
                    <a:pt x="2220" y="1903"/>
                    <a:pt x="2147" y="1830"/>
                    <a:pt x="2147" y="1732"/>
                  </a:cubicBezTo>
                  <a:lnTo>
                    <a:pt x="2147" y="903"/>
                  </a:lnTo>
                  <a:cubicBezTo>
                    <a:pt x="2147" y="830"/>
                    <a:pt x="2220" y="756"/>
                    <a:pt x="2318" y="756"/>
                  </a:cubicBezTo>
                  <a:lnTo>
                    <a:pt x="3025" y="756"/>
                  </a:lnTo>
                  <a:cubicBezTo>
                    <a:pt x="3123" y="756"/>
                    <a:pt x="3196" y="830"/>
                    <a:pt x="3196" y="903"/>
                  </a:cubicBezTo>
                  <a:lnTo>
                    <a:pt x="3196" y="1732"/>
                  </a:lnTo>
                  <a:cubicBezTo>
                    <a:pt x="3196" y="1830"/>
                    <a:pt x="3123" y="1903"/>
                    <a:pt x="3025" y="1903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534;p32"/>
            <p:cNvSpPr/>
            <p:nvPr/>
          </p:nvSpPr>
          <p:spPr>
            <a:xfrm>
              <a:off x="3775557" y="3848221"/>
              <a:ext cx="519836" cy="988485"/>
            </a:xfrm>
            <a:custGeom>
              <a:avLst/>
              <a:gdLst/>
              <a:ahLst/>
              <a:cxnLst/>
              <a:rect l="l" t="t" r="r" b="b"/>
              <a:pathLst>
                <a:path w="6220" h="11830" extrusionOk="0">
                  <a:moveTo>
                    <a:pt x="5074" y="707"/>
                  </a:moveTo>
                  <a:lnTo>
                    <a:pt x="5074" y="9854"/>
                  </a:lnTo>
                  <a:cubicBezTo>
                    <a:pt x="5074" y="10585"/>
                    <a:pt x="4464" y="11195"/>
                    <a:pt x="3732" y="11195"/>
                  </a:cubicBezTo>
                  <a:lnTo>
                    <a:pt x="1" y="11195"/>
                  </a:lnTo>
                  <a:cubicBezTo>
                    <a:pt x="49" y="11293"/>
                    <a:pt x="122" y="11366"/>
                    <a:pt x="196" y="11439"/>
                  </a:cubicBezTo>
                  <a:cubicBezTo>
                    <a:pt x="440" y="11683"/>
                    <a:pt x="781" y="11829"/>
                    <a:pt x="1122" y="11829"/>
                  </a:cubicBezTo>
                  <a:lnTo>
                    <a:pt x="4878" y="11829"/>
                  </a:lnTo>
                  <a:cubicBezTo>
                    <a:pt x="5610" y="11829"/>
                    <a:pt x="6220" y="11219"/>
                    <a:pt x="6220" y="10488"/>
                  </a:cubicBezTo>
                  <a:lnTo>
                    <a:pt x="6220" y="1342"/>
                  </a:lnTo>
                  <a:cubicBezTo>
                    <a:pt x="6220" y="610"/>
                    <a:pt x="5610" y="0"/>
                    <a:pt x="4878" y="0"/>
                  </a:cubicBezTo>
                  <a:lnTo>
                    <a:pt x="4878" y="0"/>
                  </a:lnTo>
                  <a:cubicBezTo>
                    <a:pt x="5000" y="220"/>
                    <a:pt x="5074" y="464"/>
                    <a:pt x="5074" y="707"/>
                  </a:cubicBezTo>
                  <a:close/>
                </a:path>
              </a:pathLst>
            </a:custGeom>
            <a:solidFill>
              <a:schemeClr val="dk1">
                <a:alpha val="25099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8" name="Google Shape;552;p32"/>
          <p:cNvGrpSpPr/>
          <p:nvPr/>
        </p:nvGrpSpPr>
        <p:grpSpPr>
          <a:xfrm>
            <a:off x="8071177" y="3233776"/>
            <a:ext cx="502899" cy="502899"/>
            <a:chOff x="858700" y="1967475"/>
            <a:chExt cx="605100" cy="605100"/>
          </a:xfrm>
        </p:grpSpPr>
        <p:sp>
          <p:nvSpPr>
            <p:cNvPr id="29" name="Google Shape;553;p32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554;p32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" name="Google Shape;558;p32"/>
          <p:cNvGrpSpPr/>
          <p:nvPr/>
        </p:nvGrpSpPr>
        <p:grpSpPr>
          <a:xfrm>
            <a:off x="8071226" y="2547973"/>
            <a:ext cx="502800" cy="502800"/>
            <a:chOff x="1627550" y="2017350"/>
            <a:chExt cx="502800" cy="502800"/>
          </a:xfrm>
        </p:grpSpPr>
        <p:sp>
          <p:nvSpPr>
            <p:cNvPr id="32" name="Google Shape;559;p32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560;p32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5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13/1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621749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0"/>
          <p:cNvSpPr txBox="1">
            <a:spLocks noGrp="1"/>
          </p:cNvSpPr>
          <p:nvPr>
            <p:ph type="title"/>
          </p:nvPr>
        </p:nvSpPr>
        <p:spPr>
          <a:xfrm>
            <a:off x="0" y="206027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Взаимодействие </a:t>
            </a:r>
            <a:r>
              <a:rPr lang="en-US" sz="2400" dirty="0"/>
              <a:t>H</a:t>
            </a:r>
            <a:r>
              <a:rPr lang="en-US" sz="2400" dirty="0" smtClean="0"/>
              <a:t>ardware </a:t>
            </a:r>
            <a:r>
              <a:rPr lang="ru-RU" sz="2400" dirty="0" smtClean="0"/>
              <a:t>и </a:t>
            </a:r>
            <a:r>
              <a:rPr lang="en-GB" sz="2400" dirty="0" smtClean="0"/>
              <a:t>Software</a:t>
            </a:r>
            <a:endParaRPr sz="2400" dirty="0"/>
          </a:p>
        </p:txBody>
      </p:sp>
      <p:sp>
        <p:nvSpPr>
          <p:cNvPr id="54" name="Google Shape;896;p43"/>
          <p:cNvSpPr txBox="1">
            <a:spLocks/>
          </p:cNvSpPr>
          <p:nvPr/>
        </p:nvSpPr>
        <p:spPr>
          <a:xfrm>
            <a:off x="3138214" y="1396794"/>
            <a:ext cx="3357784" cy="3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/>
              <a:t>передает управление </a:t>
            </a:r>
            <a:r>
              <a:rPr lang="ru-RU" sz="1400" dirty="0" smtClean="0"/>
              <a:t>процессору</a:t>
            </a:r>
            <a:endParaRPr lang="ru-RU" sz="1400" dirty="0"/>
          </a:p>
        </p:txBody>
      </p:sp>
      <p:sp>
        <p:nvSpPr>
          <p:cNvPr id="8" name="Google Shape;603;p34"/>
          <p:cNvSpPr/>
          <p:nvPr/>
        </p:nvSpPr>
        <p:spPr>
          <a:xfrm>
            <a:off x="1257339" y="1427802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Инициализирует таблицу рекордов</a:t>
            </a:r>
            <a:endParaRPr sz="11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cxnSp>
        <p:nvCxnSpPr>
          <p:cNvPr id="12" name="Google Shape;615;p34"/>
          <p:cNvCxnSpPr>
            <a:endCxn id="8" idx="0"/>
          </p:cNvCxnSpPr>
          <p:nvPr/>
        </p:nvCxnSpPr>
        <p:spPr>
          <a:xfrm flipV="1">
            <a:off x="2080239" y="1427802"/>
            <a:ext cx="0" cy="44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" name="Google Shape;619;p34"/>
          <p:cNvCxnSpPr>
            <a:stCxn id="8" idx="3"/>
            <a:endCxn id="40" idx="1"/>
          </p:cNvCxnSpPr>
          <p:nvPr/>
        </p:nvCxnSpPr>
        <p:spPr>
          <a:xfrm flipV="1">
            <a:off x="2903139" y="1737273"/>
            <a:ext cx="3450625" cy="2529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" name="Google Shape;623;p34"/>
          <p:cNvCxnSpPr>
            <a:stCxn id="8" idx="1"/>
          </p:cNvCxnSpPr>
          <p:nvPr/>
        </p:nvCxnSpPr>
        <p:spPr>
          <a:xfrm flipH="1">
            <a:off x="1022264" y="1739802"/>
            <a:ext cx="235075" cy="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40" name="Google Shape;603;p34"/>
          <p:cNvSpPr/>
          <p:nvPr/>
        </p:nvSpPr>
        <p:spPr>
          <a:xfrm>
            <a:off x="6353764" y="1425273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Инициализирует список указателей</a:t>
            </a:r>
            <a:endParaRPr sz="11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57" name="Google Shape;837;p40"/>
          <p:cNvSpPr txBox="1">
            <a:spLocks/>
          </p:cNvSpPr>
          <p:nvPr/>
        </p:nvSpPr>
        <p:spPr>
          <a:xfrm>
            <a:off x="-1777611" y="957079"/>
            <a:ext cx="7715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 smtClean="0"/>
              <a:t>Hardware</a:t>
            </a:r>
            <a:endParaRPr lang="en-US" sz="2400" dirty="0"/>
          </a:p>
        </p:txBody>
      </p:sp>
      <p:sp>
        <p:nvSpPr>
          <p:cNvPr id="58" name="Google Shape;837;p40"/>
          <p:cNvSpPr txBox="1">
            <a:spLocks/>
          </p:cNvSpPr>
          <p:nvPr/>
        </p:nvSpPr>
        <p:spPr>
          <a:xfrm>
            <a:off x="3318814" y="953356"/>
            <a:ext cx="77157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Rubik Black"/>
              <a:buNone/>
              <a:defRPr sz="3500" b="0" i="0" u="none" strike="noStrike" cap="none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 sz="1800" dirty="0" smtClean="0"/>
              <a:t>Software</a:t>
            </a:r>
            <a:endParaRPr lang="en-US" sz="2400" dirty="0"/>
          </a:p>
        </p:txBody>
      </p:sp>
      <p:sp>
        <p:nvSpPr>
          <p:cNvPr id="59" name="Google Shape;603;p34"/>
          <p:cNvSpPr/>
          <p:nvPr/>
        </p:nvSpPr>
        <p:spPr>
          <a:xfrm>
            <a:off x="6353764" y="2503565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Ожидает прерывания</a:t>
            </a:r>
            <a:endParaRPr lang="ru-RU" sz="11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sp>
        <p:nvSpPr>
          <p:cNvPr id="60" name="Google Shape;603;p34"/>
          <p:cNvSpPr/>
          <p:nvPr/>
        </p:nvSpPr>
        <p:spPr>
          <a:xfrm>
            <a:off x="1257339" y="2504865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Ввод имени</a:t>
            </a:r>
          </a:p>
          <a:p>
            <a:pPr lvl="0" algn="ctr"/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и начало игры</a:t>
            </a:r>
            <a:endParaRPr lang="ru-RU" sz="11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cxnSp>
        <p:nvCxnSpPr>
          <p:cNvPr id="61" name="Google Shape;619;p34"/>
          <p:cNvCxnSpPr>
            <a:stCxn id="40" idx="2"/>
            <a:endCxn id="60" idx="0"/>
          </p:cNvCxnSpPr>
          <p:nvPr/>
        </p:nvCxnSpPr>
        <p:spPr>
          <a:xfrm rot="5400000">
            <a:off x="4400656" y="-271143"/>
            <a:ext cx="455592" cy="5096425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5" name="Google Shape;896;p43"/>
          <p:cNvSpPr txBox="1">
            <a:spLocks/>
          </p:cNvSpPr>
          <p:nvPr/>
        </p:nvSpPr>
        <p:spPr>
          <a:xfrm>
            <a:off x="3067097" y="2463887"/>
            <a:ext cx="3357784" cy="3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/>
              <a:t>передает управление </a:t>
            </a:r>
            <a:r>
              <a:rPr lang="ru-RU" sz="1400" dirty="0" smtClean="0"/>
              <a:t>процессору</a:t>
            </a:r>
            <a:endParaRPr lang="ru-RU" sz="1400" dirty="0"/>
          </a:p>
        </p:txBody>
      </p:sp>
      <p:cxnSp>
        <p:nvCxnSpPr>
          <p:cNvPr id="76" name="Google Shape;619;p34"/>
          <p:cNvCxnSpPr>
            <a:stCxn id="59" idx="2"/>
            <a:endCxn id="96" idx="0"/>
          </p:cNvCxnSpPr>
          <p:nvPr/>
        </p:nvCxnSpPr>
        <p:spPr>
          <a:xfrm rot="5400000">
            <a:off x="4401271" y="806534"/>
            <a:ext cx="454363" cy="5096425"/>
          </a:xfrm>
          <a:prstGeom prst="bentConnector3">
            <a:avLst>
              <a:gd name="adj1" fmla="val 50000"/>
            </a:avLst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7" name="Google Shape;896;p43"/>
          <p:cNvSpPr txBox="1">
            <a:spLocks/>
          </p:cNvSpPr>
          <p:nvPr/>
        </p:nvSpPr>
        <p:spPr>
          <a:xfrm>
            <a:off x="2983864" y="1932221"/>
            <a:ext cx="3524250" cy="3577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 smtClean="0"/>
              <a:t>разрешает </a:t>
            </a:r>
            <a:r>
              <a:rPr lang="ru-RU" sz="1400" dirty="0"/>
              <a:t>прерывания </a:t>
            </a:r>
            <a:r>
              <a:rPr lang="ru-RU" sz="1400" dirty="0" smtClean="0"/>
              <a:t>и ввод </a:t>
            </a:r>
            <a:r>
              <a:rPr lang="ru-RU" sz="1400" dirty="0"/>
              <a:t>имени</a:t>
            </a:r>
          </a:p>
        </p:txBody>
      </p:sp>
      <p:cxnSp>
        <p:nvCxnSpPr>
          <p:cNvPr id="89" name="Google Shape;619;p34"/>
          <p:cNvCxnSpPr>
            <a:stCxn id="60" idx="3"/>
            <a:endCxn id="59" idx="1"/>
          </p:cNvCxnSpPr>
          <p:nvPr/>
        </p:nvCxnSpPr>
        <p:spPr>
          <a:xfrm flipV="1">
            <a:off x="2903139" y="2815565"/>
            <a:ext cx="3450625" cy="1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6" name="Google Shape;603;p34"/>
          <p:cNvSpPr/>
          <p:nvPr/>
        </p:nvSpPr>
        <p:spPr>
          <a:xfrm>
            <a:off x="1257339" y="3581928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Конец игры</a:t>
            </a:r>
          </a:p>
        </p:txBody>
      </p:sp>
      <p:sp>
        <p:nvSpPr>
          <p:cNvPr id="105" name="Google Shape;603;p34"/>
          <p:cNvSpPr/>
          <p:nvPr/>
        </p:nvSpPr>
        <p:spPr>
          <a:xfrm>
            <a:off x="6353764" y="3562119"/>
            <a:ext cx="1645800" cy="624000"/>
          </a:xfrm>
          <a:prstGeom prst="rect">
            <a:avLst/>
          </a:prstGeom>
          <a:solidFill>
            <a:schemeClr val="accent6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ru-RU" sz="1100" dirty="0" smtClean="0">
                <a:solidFill>
                  <a:schemeClr val="dk1"/>
                </a:solidFill>
                <a:latin typeface="Rubik Black"/>
                <a:ea typeface="Rubik Black"/>
                <a:cs typeface="Rubik Black"/>
                <a:sym typeface="Rubik Black"/>
              </a:rPr>
              <a:t>Обрабатывает прерывание и сортирует таблицу</a:t>
            </a:r>
            <a:endParaRPr lang="ru-RU" sz="1100" dirty="0">
              <a:solidFill>
                <a:schemeClr val="dk1"/>
              </a:solidFill>
              <a:latin typeface="Rubik Black"/>
              <a:ea typeface="Rubik Black"/>
              <a:cs typeface="Rubik Black"/>
              <a:sym typeface="Rubik Black"/>
            </a:endParaRPr>
          </a:p>
        </p:txBody>
      </p:sp>
      <p:cxnSp>
        <p:nvCxnSpPr>
          <p:cNvPr id="106" name="Google Shape;619;p34"/>
          <p:cNvCxnSpPr>
            <a:endCxn id="105" idx="1"/>
          </p:cNvCxnSpPr>
          <p:nvPr/>
        </p:nvCxnSpPr>
        <p:spPr>
          <a:xfrm flipV="1">
            <a:off x="2903139" y="3874119"/>
            <a:ext cx="3450625" cy="1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7" name="Google Shape;896;p43"/>
          <p:cNvSpPr txBox="1">
            <a:spLocks/>
          </p:cNvSpPr>
          <p:nvPr/>
        </p:nvSpPr>
        <p:spPr>
          <a:xfrm>
            <a:off x="3506514" y="3533124"/>
            <a:ext cx="3357784" cy="3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/>
              <a:t>в</a:t>
            </a:r>
            <a:r>
              <a:rPr lang="ru-RU" sz="1400" dirty="0" smtClean="0"/>
              <a:t>ызывает прерывание</a:t>
            </a:r>
            <a:endParaRPr lang="ru-RU" sz="1400" dirty="0"/>
          </a:p>
        </p:txBody>
      </p:sp>
      <p:cxnSp>
        <p:nvCxnSpPr>
          <p:cNvPr id="111" name="Google Shape;619;p34"/>
          <p:cNvCxnSpPr/>
          <p:nvPr/>
        </p:nvCxnSpPr>
        <p:spPr>
          <a:xfrm flipV="1">
            <a:off x="2903139" y="4044715"/>
            <a:ext cx="3450625" cy="13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112" name="Google Shape;896;p43"/>
          <p:cNvSpPr txBox="1">
            <a:spLocks/>
          </p:cNvSpPr>
          <p:nvPr/>
        </p:nvSpPr>
        <p:spPr>
          <a:xfrm>
            <a:off x="3251247" y="3904611"/>
            <a:ext cx="3357784" cy="37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/>
              <a:t>в</a:t>
            </a:r>
            <a:r>
              <a:rPr lang="ru-RU" sz="1400" dirty="0" smtClean="0"/>
              <a:t>ыводит таблицу в терминал</a:t>
            </a:r>
            <a:endParaRPr lang="ru-RU" sz="1400" dirty="0"/>
          </a:p>
        </p:txBody>
      </p:sp>
      <p:sp>
        <p:nvSpPr>
          <p:cNvPr id="25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14/1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85435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p40"/>
          <p:cNvSpPr txBox="1">
            <a:spLocks noGrp="1"/>
          </p:cNvSpPr>
          <p:nvPr>
            <p:ph type="title"/>
          </p:nvPr>
        </p:nvSpPr>
        <p:spPr>
          <a:xfrm>
            <a:off x="0" y="206027"/>
            <a:ext cx="77157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Таблица рекордов</a:t>
            </a:r>
            <a:endParaRPr sz="24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922" y="661813"/>
            <a:ext cx="4295038" cy="4182574"/>
          </a:xfrm>
          <a:prstGeom prst="rect">
            <a:avLst/>
          </a:prstGeom>
        </p:spPr>
      </p:pic>
      <p:sp>
        <p:nvSpPr>
          <p:cNvPr id="53" name="Google Shape;896;p43"/>
          <p:cNvSpPr txBox="1">
            <a:spLocks/>
          </p:cNvSpPr>
          <p:nvPr/>
        </p:nvSpPr>
        <p:spPr>
          <a:xfrm>
            <a:off x="2438441" y="1071080"/>
            <a:ext cx="2301130" cy="553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139700" indent="0" algn="l">
              <a:lnSpc>
                <a:spcPct val="125000"/>
              </a:lnSpc>
              <a:buNone/>
            </a:pPr>
            <a:r>
              <a:rPr lang="ru-RU" sz="1400" dirty="0" smtClean="0"/>
              <a:t>Обработка прерывания</a:t>
            </a:r>
          </a:p>
        </p:txBody>
      </p:sp>
      <p:sp>
        <p:nvSpPr>
          <p:cNvPr id="54" name="Google Shape;896;p43"/>
          <p:cNvSpPr txBox="1">
            <a:spLocks/>
          </p:cNvSpPr>
          <p:nvPr/>
        </p:nvSpPr>
        <p:spPr>
          <a:xfrm>
            <a:off x="4876882" y="891827"/>
            <a:ext cx="3498492" cy="2734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1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●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○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rla"/>
              <a:buChar char="■"/>
              <a:defRPr sz="1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ru-RU" sz="1800" dirty="0" smtClean="0"/>
              <a:t>При окончании игры вызывается прерывание процессора и передается счёт игрока</a:t>
            </a:r>
          </a:p>
          <a:p>
            <a:pPr marL="139700" indent="0" algn="l">
              <a:lnSpc>
                <a:spcPct val="125000"/>
              </a:lnSpc>
              <a:buNone/>
            </a:pPr>
            <a:endParaRPr lang="en-US" sz="1800" dirty="0" smtClean="0"/>
          </a:p>
          <a:p>
            <a:pPr algn="l">
              <a:lnSpc>
                <a:spcPct val="125000"/>
              </a:lnSpc>
            </a:pPr>
            <a:r>
              <a:rPr lang="ru-RU" sz="1800" dirty="0" smtClean="0"/>
              <a:t>Сортировка реализована косвенной адресацией</a:t>
            </a:r>
          </a:p>
          <a:p>
            <a:pPr algn="l">
              <a:lnSpc>
                <a:spcPct val="125000"/>
              </a:lnSpc>
            </a:pPr>
            <a:endParaRPr lang="ru-RU" sz="1800" dirty="0" smtClean="0"/>
          </a:p>
          <a:p>
            <a:pPr algn="l">
              <a:lnSpc>
                <a:spcPct val="125000"/>
              </a:lnSpc>
            </a:pPr>
            <a:r>
              <a:rPr lang="ru-RU" sz="1800" dirty="0" smtClean="0"/>
              <a:t>Счёт в таблице хранится в </a:t>
            </a:r>
            <a:r>
              <a:rPr lang="en-US" sz="1800" dirty="0" smtClean="0"/>
              <a:t>BCD</a:t>
            </a:r>
            <a:r>
              <a:rPr lang="ru-RU" sz="1800" dirty="0" smtClean="0"/>
              <a:t> формате </a:t>
            </a:r>
          </a:p>
        </p:txBody>
      </p:sp>
      <p:sp>
        <p:nvSpPr>
          <p:cNvPr id="7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15/1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5" name="Google Shape;565;p33"/>
          <p:cNvGrpSpPr/>
          <p:nvPr/>
        </p:nvGrpSpPr>
        <p:grpSpPr>
          <a:xfrm>
            <a:off x="6351563" y="1232223"/>
            <a:ext cx="1827475" cy="1051350"/>
            <a:chOff x="7146475" y="2190661"/>
            <a:chExt cx="1827475" cy="1051350"/>
          </a:xfrm>
        </p:grpSpPr>
        <p:sp>
          <p:nvSpPr>
            <p:cNvPr id="566" name="Google Shape;566;p33"/>
            <p:cNvSpPr/>
            <p:nvPr/>
          </p:nvSpPr>
          <p:spPr>
            <a:xfrm>
              <a:off x="7236650" y="2282011"/>
              <a:ext cx="1737300" cy="9600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67" name="Google Shape;567;p33"/>
            <p:cNvGrpSpPr/>
            <p:nvPr/>
          </p:nvGrpSpPr>
          <p:grpSpPr>
            <a:xfrm>
              <a:off x="7146475" y="2190661"/>
              <a:ext cx="1737300" cy="960000"/>
              <a:chOff x="7146475" y="2190661"/>
              <a:chExt cx="1737300" cy="960000"/>
            </a:xfrm>
          </p:grpSpPr>
          <p:sp>
            <p:nvSpPr>
              <p:cNvPr id="568" name="Google Shape;568;p33"/>
              <p:cNvSpPr/>
              <p:nvPr/>
            </p:nvSpPr>
            <p:spPr>
              <a:xfrm>
                <a:off x="7146475" y="2190661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l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cxnSp>
            <p:nvCxnSpPr>
              <p:cNvPr id="569" name="Google Shape;569;p33"/>
              <p:cNvCxnSpPr/>
              <p:nvPr/>
            </p:nvCxnSpPr>
            <p:spPr>
              <a:xfrm>
                <a:off x="7151600" y="2373361"/>
                <a:ext cx="17247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570" name="Google Shape;570;p33"/>
            <p:cNvGrpSpPr/>
            <p:nvPr/>
          </p:nvGrpSpPr>
          <p:grpSpPr>
            <a:xfrm>
              <a:off x="7300659" y="2505003"/>
              <a:ext cx="1428933" cy="514595"/>
              <a:chOff x="7235888" y="1483625"/>
              <a:chExt cx="1428933" cy="514595"/>
            </a:xfrm>
          </p:grpSpPr>
          <p:sp>
            <p:nvSpPr>
              <p:cNvPr id="571" name="Google Shape;571;p33"/>
              <p:cNvSpPr/>
              <p:nvPr/>
            </p:nvSpPr>
            <p:spPr>
              <a:xfrm>
                <a:off x="7235888" y="1871400"/>
                <a:ext cx="1428933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37658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35999" y="3342"/>
                    </a:lnTo>
                    <a:cubicBezTo>
                      <a:pt x="36902" y="3342"/>
                      <a:pt x="37658" y="2586"/>
                      <a:pt x="37658" y="1659"/>
                    </a:cubicBezTo>
                    <a:cubicBezTo>
                      <a:pt x="37658" y="732"/>
                      <a:pt x="36902" y="1"/>
                      <a:pt x="35999" y="1"/>
                    </a:cubicBez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33"/>
              <p:cNvSpPr/>
              <p:nvPr/>
            </p:nvSpPr>
            <p:spPr>
              <a:xfrm>
                <a:off x="7235888" y="1871400"/>
                <a:ext cx="878275" cy="126821"/>
              </a:xfrm>
              <a:custGeom>
                <a:avLst/>
                <a:gdLst/>
                <a:ahLst/>
                <a:cxnLst/>
                <a:rect l="l" t="t" r="r" b="b"/>
                <a:pathLst>
                  <a:path w="23146" h="3342" extrusionOk="0">
                    <a:moveTo>
                      <a:pt x="1615" y="0"/>
                    </a:moveTo>
                    <a:cubicBezTo>
                      <a:pt x="709" y="0"/>
                      <a:pt x="0" y="747"/>
                      <a:pt x="0" y="1659"/>
                    </a:cubicBezTo>
                    <a:cubicBezTo>
                      <a:pt x="0" y="2586"/>
                      <a:pt x="732" y="3342"/>
                      <a:pt x="1659" y="3342"/>
                    </a:cubicBezTo>
                    <a:lnTo>
                      <a:pt x="23146" y="3342"/>
                    </a:lnTo>
                    <a:lnTo>
                      <a:pt x="23146" y="1"/>
                    </a:lnTo>
                    <a:lnTo>
                      <a:pt x="1659" y="1"/>
                    </a:lnTo>
                    <a:cubicBezTo>
                      <a:pt x="1644" y="0"/>
                      <a:pt x="1629" y="0"/>
                      <a:pt x="1615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Google Shape;573;p33"/>
              <p:cNvSpPr/>
              <p:nvPr/>
            </p:nvSpPr>
            <p:spPr>
              <a:xfrm>
                <a:off x="7813392" y="1483625"/>
                <a:ext cx="601580" cy="327677"/>
              </a:xfrm>
              <a:custGeom>
                <a:avLst/>
                <a:gdLst/>
                <a:ahLst/>
                <a:cxnLst/>
                <a:rect l="l" t="t" r="r" b="b"/>
                <a:pathLst>
                  <a:path w="15854" h="8635" extrusionOk="0">
                    <a:moveTo>
                      <a:pt x="0" y="0"/>
                    </a:moveTo>
                    <a:lnTo>
                      <a:pt x="0" y="6927"/>
                    </a:lnTo>
                    <a:lnTo>
                      <a:pt x="6415" y="6927"/>
                    </a:lnTo>
                    <a:cubicBezTo>
                      <a:pt x="6707" y="6927"/>
                      <a:pt x="7000" y="7098"/>
                      <a:pt x="7171" y="7366"/>
                    </a:cubicBezTo>
                    <a:lnTo>
                      <a:pt x="7927" y="8634"/>
                    </a:lnTo>
                    <a:lnTo>
                      <a:pt x="8683" y="7366"/>
                    </a:lnTo>
                    <a:cubicBezTo>
                      <a:pt x="8829" y="7098"/>
                      <a:pt x="9122" y="6927"/>
                      <a:pt x="9415" y="6927"/>
                    </a:cubicBezTo>
                    <a:lnTo>
                      <a:pt x="15854" y="6927"/>
                    </a:lnTo>
                    <a:lnTo>
                      <a:pt x="15854" y="0"/>
                    </a:lnTo>
                    <a:close/>
                  </a:path>
                </a:pathLst>
              </a:custGeom>
              <a:solidFill>
                <a:schemeClr val="accent2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Google Shape;574;p33"/>
              <p:cNvSpPr/>
              <p:nvPr/>
            </p:nvSpPr>
            <p:spPr>
              <a:xfrm>
                <a:off x="7913912" y="1585322"/>
                <a:ext cx="396487" cy="56656"/>
              </a:xfrm>
              <a:custGeom>
                <a:avLst/>
                <a:gdLst/>
                <a:ahLst/>
                <a:cxnLst/>
                <a:rect l="l" t="t" r="r" b="b"/>
                <a:pathLst>
                  <a:path w="10449" h="1493" extrusionOk="0">
                    <a:moveTo>
                      <a:pt x="966" y="1"/>
                    </a:moveTo>
                    <a:cubicBezTo>
                      <a:pt x="1" y="1"/>
                      <a:pt x="8" y="1492"/>
                      <a:pt x="988" y="1492"/>
                    </a:cubicBezTo>
                    <a:cubicBezTo>
                      <a:pt x="1003" y="1492"/>
                      <a:pt x="1018" y="1492"/>
                      <a:pt x="1034" y="1491"/>
                    </a:cubicBezTo>
                    <a:lnTo>
                      <a:pt x="9522" y="1491"/>
                    </a:lnTo>
                    <a:cubicBezTo>
                      <a:pt x="10448" y="1418"/>
                      <a:pt x="10448" y="52"/>
                      <a:pt x="9522" y="3"/>
                    </a:cubicBezTo>
                    <a:lnTo>
                      <a:pt x="1034" y="3"/>
                    </a:lnTo>
                    <a:cubicBezTo>
                      <a:pt x="1011" y="2"/>
                      <a:pt x="988" y="1"/>
                      <a:pt x="96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75" name="Google Shape;575;p33"/>
          <p:cNvSpPr txBox="1">
            <a:spLocks noGrp="1"/>
          </p:cNvSpPr>
          <p:nvPr>
            <p:ph type="title"/>
          </p:nvPr>
        </p:nvSpPr>
        <p:spPr>
          <a:xfrm>
            <a:off x="1646826" y="710928"/>
            <a:ext cx="5029200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 dirty="0" smtClean="0"/>
              <a:t>Пользовательский интерфейс</a:t>
            </a:r>
            <a:endParaRPr sz="2000" dirty="0"/>
          </a:p>
        </p:txBody>
      </p:sp>
      <p:grpSp>
        <p:nvGrpSpPr>
          <p:cNvPr id="577" name="Google Shape;577;p33"/>
          <p:cNvGrpSpPr/>
          <p:nvPr/>
        </p:nvGrpSpPr>
        <p:grpSpPr>
          <a:xfrm>
            <a:off x="463651" y="1220603"/>
            <a:ext cx="502899" cy="502899"/>
            <a:chOff x="858700" y="1967475"/>
            <a:chExt cx="605100" cy="605100"/>
          </a:xfrm>
        </p:grpSpPr>
        <p:sp>
          <p:nvSpPr>
            <p:cNvPr id="578" name="Google Shape;578;p3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Google Shape;579;p3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0" name="Google Shape;580;p33"/>
          <p:cNvGrpSpPr/>
          <p:nvPr/>
        </p:nvGrpSpPr>
        <p:grpSpPr>
          <a:xfrm>
            <a:off x="463651" y="1906497"/>
            <a:ext cx="502800" cy="502800"/>
            <a:chOff x="7014301" y="2017350"/>
            <a:chExt cx="502800" cy="502800"/>
          </a:xfrm>
        </p:grpSpPr>
        <p:sp>
          <p:nvSpPr>
            <p:cNvPr id="581" name="Google Shape;581;p33"/>
            <p:cNvSpPr/>
            <p:nvPr/>
          </p:nvSpPr>
          <p:spPr>
            <a:xfrm>
              <a:off x="7014301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7095012" y="2108734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83" name="Google Shape;583;p33"/>
          <p:cNvGrpSpPr/>
          <p:nvPr/>
        </p:nvGrpSpPr>
        <p:grpSpPr>
          <a:xfrm>
            <a:off x="463651" y="445094"/>
            <a:ext cx="629846" cy="592514"/>
            <a:chOff x="463701" y="2217961"/>
            <a:chExt cx="629846" cy="592514"/>
          </a:xfrm>
        </p:grpSpPr>
        <p:sp>
          <p:nvSpPr>
            <p:cNvPr id="584" name="Google Shape;584;p3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3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3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7" name="Google Shape;587;p3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92" name="Google Shape;592;p33"/>
          <p:cNvSpPr/>
          <p:nvPr/>
        </p:nvSpPr>
        <p:spPr>
          <a:xfrm>
            <a:off x="1437532" y="86904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33"/>
          <p:cNvSpPr/>
          <p:nvPr/>
        </p:nvSpPr>
        <p:spPr>
          <a:xfrm>
            <a:off x="7031613" y="4058207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3"/>
          <p:cNvSpPr/>
          <p:nvPr/>
        </p:nvSpPr>
        <p:spPr>
          <a:xfrm>
            <a:off x="6799273" y="390955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5" name="Google Shape;595;p33"/>
          <p:cNvGrpSpPr/>
          <p:nvPr/>
        </p:nvGrpSpPr>
        <p:grpSpPr>
          <a:xfrm>
            <a:off x="404600" y="4046486"/>
            <a:ext cx="621000" cy="621000"/>
            <a:chOff x="416300" y="4058211"/>
            <a:chExt cx="621000" cy="621000"/>
          </a:xfrm>
        </p:grpSpPr>
        <p:sp>
          <p:nvSpPr>
            <p:cNvPr id="596" name="Google Shape;596;p3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3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" name="Рисунок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876" y="1232223"/>
            <a:ext cx="4277490" cy="2960088"/>
          </a:xfrm>
          <a:prstGeom prst="rect">
            <a:avLst/>
          </a:prstGeom>
        </p:spPr>
      </p:pic>
      <p:sp>
        <p:nvSpPr>
          <p:cNvPr id="38" name="Google Shape;696;p36"/>
          <p:cNvSpPr txBox="1"/>
          <p:nvPr/>
        </p:nvSpPr>
        <p:spPr>
          <a:xfrm>
            <a:off x="5996927" y="2343671"/>
            <a:ext cx="1583331" cy="8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dirty="0" smtClean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Для активации ввода имени необходимо нажать кнопку </a:t>
            </a:r>
            <a:r>
              <a:rPr lang="en-US" dirty="0" err="1" smtClean="0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rPr>
              <a:t>Set_Name</a:t>
            </a:r>
            <a:endParaRPr dirty="0">
              <a:solidFill>
                <a:schemeClr val="dk1"/>
              </a:solidFill>
              <a:latin typeface="Karla"/>
              <a:ea typeface="Karla"/>
              <a:cs typeface="Karla"/>
              <a:sym typeface="Karla"/>
            </a:endParaRPr>
          </a:p>
        </p:txBody>
      </p:sp>
      <p:sp>
        <p:nvSpPr>
          <p:cNvPr id="35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16/1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43"/>
          <p:cNvSpPr txBox="1">
            <a:spLocks noGrp="1"/>
          </p:cNvSpPr>
          <p:nvPr>
            <p:ph type="title"/>
          </p:nvPr>
        </p:nvSpPr>
        <p:spPr>
          <a:xfrm>
            <a:off x="715850" y="873814"/>
            <a:ext cx="5015703" cy="68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400" dirty="0" smtClean="0"/>
              <a:t>Заключение</a:t>
            </a:r>
            <a:endParaRPr sz="2400" dirty="0"/>
          </a:p>
        </p:txBody>
      </p:sp>
      <p:sp>
        <p:nvSpPr>
          <p:cNvPr id="896" name="Google Shape;896;p43"/>
          <p:cNvSpPr txBox="1">
            <a:spLocks noGrp="1"/>
          </p:cNvSpPr>
          <p:nvPr>
            <p:ph type="body" idx="1"/>
          </p:nvPr>
        </p:nvSpPr>
        <p:spPr>
          <a:xfrm>
            <a:off x="600428" y="1481130"/>
            <a:ext cx="4799257" cy="25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ru-RU" dirty="0"/>
              <a:t>Т</a:t>
            </a:r>
            <a:r>
              <a:rPr lang="ru-RU" dirty="0" smtClean="0"/>
              <a:t>ребования </a:t>
            </a:r>
            <a:r>
              <a:rPr lang="ru-RU" dirty="0"/>
              <a:t>технического задания выполнены в полном объеме.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Разработан аппаратный игровой модуль.</a:t>
            </a:r>
          </a:p>
          <a:p>
            <a:endParaRPr lang="ru-RU" dirty="0" smtClean="0"/>
          </a:p>
          <a:p>
            <a:r>
              <a:rPr lang="ru-RU" dirty="0" smtClean="0"/>
              <a:t>Реализован </a:t>
            </a:r>
            <a:r>
              <a:rPr lang="ru-RU" dirty="0"/>
              <a:t>программный модуль на ассемблере, поддерживающий ведение таблицы рекордов с использованием эффективного алгоритма косвенной сортировки. </a:t>
            </a:r>
            <a:endParaRPr lang="ru-RU" dirty="0" smtClean="0"/>
          </a:p>
          <a:p>
            <a:endParaRPr lang="ru-RU" dirty="0" smtClean="0"/>
          </a:p>
          <a:p>
            <a:r>
              <a:rPr lang="ru-RU" dirty="0" smtClean="0"/>
              <a:t>Обеспечена </a:t>
            </a:r>
            <a:r>
              <a:rPr lang="ru-RU" dirty="0"/>
              <a:t>корректная обработка внешних прерываний. </a:t>
            </a:r>
            <a:endParaRPr lang="ru-RU" dirty="0" smtClean="0"/>
          </a:p>
        </p:txBody>
      </p:sp>
      <p:grpSp>
        <p:nvGrpSpPr>
          <p:cNvPr id="897" name="Google Shape;897;p43"/>
          <p:cNvGrpSpPr/>
          <p:nvPr/>
        </p:nvGrpSpPr>
        <p:grpSpPr>
          <a:xfrm>
            <a:off x="5462848" y="3062740"/>
            <a:ext cx="1646100" cy="1188900"/>
            <a:chOff x="7403363" y="1047512"/>
            <a:chExt cx="1646100" cy="1188900"/>
          </a:xfrm>
        </p:grpSpPr>
        <p:sp>
          <p:nvSpPr>
            <p:cNvPr id="898" name="Google Shape;898;p43"/>
            <p:cNvSpPr/>
            <p:nvPr/>
          </p:nvSpPr>
          <p:spPr>
            <a:xfrm>
              <a:off x="7494863" y="11390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43"/>
            <p:cNvSpPr/>
            <p:nvPr/>
          </p:nvSpPr>
          <p:spPr>
            <a:xfrm>
              <a:off x="7403363" y="1047512"/>
              <a:ext cx="1554600" cy="1097400"/>
            </a:xfrm>
            <a:prstGeom prst="roundRect">
              <a:avLst>
                <a:gd name="adj" fmla="val 0"/>
              </a:avLst>
            </a:pr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900" name="Google Shape;900;p43"/>
            <p:cNvCxnSpPr/>
            <p:nvPr/>
          </p:nvCxnSpPr>
          <p:spPr>
            <a:xfrm>
              <a:off x="7413325" y="1230512"/>
              <a:ext cx="1544700" cy="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901" name="Google Shape;901;p43"/>
            <p:cNvSpPr/>
            <p:nvPr/>
          </p:nvSpPr>
          <p:spPr>
            <a:xfrm>
              <a:off x="7540474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43"/>
            <p:cNvSpPr/>
            <p:nvPr/>
          </p:nvSpPr>
          <p:spPr>
            <a:xfrm>
              <a:off x="8009987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43"/>
            <p:cNvSpPr/>
            <p:nvPr/>
          </p:nvSpPr>
          <p:spPr>
            <a:xfrm>
              <a:off x="8479499" y="1687769"/>
              <a:ext cx="341378" cy="320032"/>
            </a:xfrm>
            <a:custGeom>
              <a:avLst/>
              <a:gdLst/>
              <a:ahLst/>
              <a:cxnLst/>
              <a:rect l="l" t="t" r="r" b="b"/>
              <a:pathLst>
                <a:path w="10634" h="9925" extrusionOk="0">
                  <a:moveTo>
                    <a:pt x="5308" y="0"/>
                  </a:moveTo>
                  <a:cubicBezTo>
                    <a:pt x="5171" y="0"/>
                    <a:pt x="5037" y="73"/>
                    <a:pt x="4976" y="220"/>
                  </a:cubicBezTo>
                  <a:lnTo>
                    <a:pt x="3659" y="2878"/>
                  </a:lnTo>
                  <a:cubicBezTo>
                    <a:pt x="3585" y="3000"/>
                    <a:pt x="3488" y="3073"/>
                    <a:pt x="3366" y="3073"/>
                  </a:cubicBezTo>
                  <a:lnTo>
                    <a:pt x="415" y="3512"/>
                  </a:lnTo>
                  <a:cubicBezTo>
                    <a:pt x="122" y="3561"/>
                    <a:pt x="0" y="3927"/>
                    <a:pt x="220" y="4147"/>
                  </a:cubicBezTo>
                  <a:lnTo>
                    <a:pt x="2341" y="6220"/>
                  </a:lnTo>
                  <a:cubicBezTo>
                    <a:pt x="2439" y="6317"/>
                    <a:pt x="2488" y="6439"/>
                    <a:pt x="2463" y="6561"/>
                  </a:cubicBezTo>
                  <a:lnTo>
                    <a:pt x="1951" y="9488"/>
                  </a:lnTo>
                  <a:cubicBezTo>
                    <a:pt x="1913" y="9736"/>
                    <a:pt x="2099" y="9924"/>
                    <a:pt x="2322" y="9924"/>
                  </a:cubicBezTo>
                  <a:cubicBezTo>
                    <a:pt x="2384" y="9924"/>
                    <a:pt x="2449" y="9910"/>
                    <a:pt x="2512" y="9878"/>
                  </a:cubicBezTo>
                  <a:lnTo>
                    <a:pt x="5122" y="8512"/>
                  </a:lnTo>
                  <a:cubicBezTo>
                    <a:pt x="5183" y="8476"/>
                    <a:pt x="5244" y="8457"/>
                    <a:pt x="5305" y="8457"/>
                  </a:cubicBezTo>
                  <a:cubicBezTo>
                    <a:pt x="5366" y="8457"/>
                    <a:pt x="5427" y="8476"/>
                    <a:pt x="5488" y="8512"/>
                  </a:cubicBezTo>
                  <a:lnTo>
                    <a:pt x="8122" y="9878"/>
                  </a:lnTo>
                  <a:cubicBezTo>
                    <a:pt x="8180" y="9910"/>
                    <a:pt x="8241" y="9924"/>
                    <a:pt x="8299" y="9924"/>
                  </a:cubicBezTo>
                  <a:cubicBezTo>
                    <a:pt x="8511" y="9924"/>
                    <a:pt x="8697" y="9736"/>
                    <a:pt x="8658" y="9488"/>
                  </a:cubicBezTo>
                  <a:lnTo>
                    <a:pt x="8146" y="6561"/>
                  </a:lnTo>
                  <a:cubicBezTo>
                    <a:pt x="8122" y="6439"/>
                    <a:pt x="8171" y="6317"/>
                    <a:pt x="8268" y="6220"/>
                  </a:cubicBezTo>
                  <a:lnTo>
                    <a:pt x="10390" y="4147"/>
                  </a:lnTo>
                  <a:cubicBezTo>
                    <a:pt x="10634" y="3927"/>
                    <a:pt x="10488" y="3561"/>
                    <a:pt x="10195" y="3512"/>
                  </a:cubicBezTo>
                  <a:lnTo>
                    <a:pt x="7244" y="3098"/>
                  </a:lnTo>
                  <a:cubicBezTo>
                    <a:pt x="7122" y="3073"/>
                    <a:pt x="7024" y="3000"/>
                    <a:pt x="6976" y="2878"/>
                  </a:cubicBezTo>
                  <a:lnTo>
                    <a:pt x="5658" y="220"/>
                  </a:lnTo>
                  <a:cubicBezTo>
                    <a:pt x="5585" y="73"/>
                    <a:pt x="5445" y="0"/>
                    <a:pt x="5308" y="0"/>
                  </a:cubicBezTo>
                  <a:close/>
                </a:path>
              </a:pathLst>
            </a:cu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04" name="Google Shape;904;p43"/>
            <p:cNvGrpSpPr/>
            <p:nvPr/>
          </p:nvGrpSpPr>
          <p:grpSpPr>
            <a:xfrm>
              <a:off x="7770652" y="1367593"/>
              <a:ext cx="820034" cy="187786"/>
              <a:chOff x="4005100" y="3437025"/>
              <a:chExt cx="535375" cy="122600"/>
            </a:xfrm>
          </p:grpSpPr>
          <p:sp>
            <p:nvSpPr>
              <p:cNvPr id="905" name="Google Shape;905;p43"/>
              <p:cNvSpPr/>
              <p:nvPr/>
            </p:nvSpPr>
            <p:spPr>
              <a:xfrm>
                <a:off x="4005100" y="3437025"/>
                <a:ext cx="535375" cy="33575"/>
              </a:xfrm>
              <a:custGeom>
                <a:avLst/>
                <a:gdLst/>
                <a:ahLst/>
                <a:cxnLst/>
                <a:rect l="l" t="t" r="r" b="b"/>
                <a:pathLst>
                  <a:path w="21415" h="1343" extrusionOk="0">
                    <a:moveTo>
                      <a:pt x="903" y="1"/>
                    </a:moveTo>
                    <a:cubicBezTo>
                      <a:pt x="1" y="1"/>
                      <a:pt x="1" y="1342"/>
                      <a:pt x="903" y="1342"/>
                    </a:cubicBezTo>
                    <a:lnTo>
                      <a:pt x="20488" y="1342"/>
                    </a:lnTo>
                    <a:cubicBezTo>
                      <a:pt x="21415" y="1342"/>
                      <a:pt x="21415" y="1"/>
                      <a:pt x="20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Google Shape;906;p43"/>
              <p:cNvSpPr/>
              <p:nvPr/>
            </p:nvSpPr>
            <p:spPr>
              <a:xfrm>
                <a:off x="4064850" y="3525450"/>
                <a:ext cx="415275" cy="34175"/>
              </a:xfrm>
              <a:custGeom>
                <a:avLst/>
                <a:gdLst/>
                <a:ahLst/>
                <a:cxnLst/>
                <a:rect l="l" t="t" r="r" b="b"/>
                <a:pathLst>
                  <a:path w="16611" h="1367" extrusionOk="0">
                    <a:moveTo>
                      <a:pt x="928" y="0"/>
                    </a:moveTo>
                    <a:cubicBezTo>
                      <a:pt x="1" y="0"/>
                      <a:pt x="1" y="1366"/>
                      <a:pt x="928" y="1366"/>
                    </a:cubicBezTo>
                    <a:lnTo>
                      <a:pt x="15708" y="1366"/>
                    </a:lnTo>
                    <a:cubicBezTo>
                      <a:pt x="16610" y="1366"/>
                      <a:pt x="16610" y="0"/>
                      <a:pt x="1570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7" name="Google Shape;907;p43"/>
          <p:cNvGrpSpPr/>
          <p:nvPr/>
        </p:nvGrpSpPr>
        <p:grpSpPr>
          <a:xfrm>
            <a:off x="8177451" y="4105603"/>
            <a:ext cx="502899" cy="502899"/>
            <a:chOff x="858700" y="1967475"/>
            <a:chExt cx="605100" cy="605100"/>
          </a:xfrm>
        </p:grpSpPr>
        <p:sp>
          <p:nvSpPr>
            <p:cNvPr id="908" name="Google Shape;908;p43"/>
            <p:cNvSpPr/>
            <p:nvPr/>
          </p:nvSpPr>
          <p:spPr>
            <a:xfrm>
              <a:off x="858700" y="1967475"/>
              <a:ext cx="605100" cy="605100"/>
            </a:xfrm>
            <a:prstGeom prst="roundRect">
              <a:avLst>
                <a:gd name="adj" fmla="val 15109"/>
              </a:avLst>
            </a:prstGeom>
            <a:solidFill>
              <a:schemeClr val="accent3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43"/>
            <p:cNvSpPr/>
            <p:nvPr/>
          </p:nvSpPr>
          <p:spPr>
            <a:xfrm>
              <a:off x="932654" y="2075711"/>
              <a:ext cx="457191" cy="388627"/>
            </a:xfrm>
            <a:custGeom>
              <a:avLst/>
              <a:gdLst/>
              <a:ahLst/>
              <a:cxnLst/>
              <a:rect l="l" t="t" r="r" b="b"/>
              <a:pathLst>
                <a:path w="10659" h="9051" extrusionOk="0">
                  <a:moveTo>
                    <a:pt x="2797" y="1"/>
                  </a:moveTo>
                  <a:cubicBezTo>
                    <a:pt x="2767" y="1"/>
                    <a:pt x="2738" y="1"/>
                    <a:pt x="2708" y="2"/>
                  </a:cubicBezTo>
                  <a:cubicBezTo>
                    <a:pt x="1293" y="27"/>
                    <a:pt x="196" y="1173"/>
                    <a:pt x="196" y="2588"/>
                  </a:cubicBezTo>
                  <a:cubicBezTo>
                    <a:pt x="196" y="2588"/>
                    <a:pt x="1" y="6368"/>
                    <a:pt x="5318" y="9051"/>
                  </a:cubicBezTo>
                  <a:lnTo>
                    <a:pt x="5342" y="9051"/>
                  </a:lnTo>
                  <a:cubicBezTo>
                    <a:pt x="10659" y="6368"/>
                    <a:pt x="10488" y="2588"/>
                    <a:pt x="10488" y="2588"/>
                  </a:cubicBezTo>
                  <a:cubicBezTo>
                    <a:pt x="10488" y="1173"/>
                    <a:pt x="9366" y="27"/>
                    <a:pt x="7976" y="2"/>
                  </a:cubicBezTo>
                  <a:cubicBezTo>
                    <a:pt x="7946" y="1"/>
                    <a:pt x="7916" y="1"/>
                    <a:pt x="7885" y="1"/>
                  </a:cubicBezTo>
                  <a:cubicBezTo>
                    <a:pt x="6512" y="1"/>
                    <a:pt x="5390" y="1081"/>
                    <a:pt x="5342" y="2441"/>
                  </a:cubicBezTo>
                  <a:cubicBezTo>
                    <a:pt x="5270" y="1081"/>
                    <a:pt x="4148" y="1"/>
                    <a:pt x="2797" y="1"/>
                  </a:cubicBezTo>
                  <a:close/>
                </a:path>
              </a:pathLst>
            </a:cu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0" name="Google Shape;910;p43"/>
          <p:cNvGrpSpPr/>
          <p:nvPr/>
        </p:nvGrpSpPr>
        <p:grpSpPr>
          <a:xfrm>
            <a:off x="8177500" y="3419800"/>
            <a:ext cx="502800" cy="502800"/>
            <a:chOff x="1627550" y="2017350"/>
            <a:chExt cx="502800" cy="502800"/>
          </a:xfrm>
        </p:grpSpPr>
        <p:sp>
          <p:nvSpPr>
            <p:cNvPr id="911" name="Google Shape;911;p43"/>
            <p:cNvSpPr/>
            <p:nvPr/>
          </p:nvSpPr>
          <p:spPr>
            <a:xfrm>
              <a:off x="1627550" y="2017350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43"/>
            <p:cNvSpPr/>
            <p:nvPr/>
          </p:nvSpPr>
          <p:spPr>
            <a:xfrm>
              <a:off x="1718900" y="2108700"/>
              <a:ext cx="320100" cy="320100"/>
            </a:xfrm>
            <a:prstGeom prst="donut">
              <a:avLst>
                <a:gd name="adj" fmla="val 25000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3" name="Google Shape;913;p43"/>
          <p:cNvGrpSpPr/>
          <p:nvPr/>
        </p:nvGrpSpPr>
        <p:grpSpPr>
          <a:xfrm>
            <a:off x="8177501" y="2644294"/>
            <a:ext cx="629846" cy="592514"/>
            <a:chOff x="463701" y="2217961"/>
            <a:chExt cx="629846" cy="592514"/>
          </a:xfrm>
        </p:grpSpPr>
        <p:sp>
          <p:nvSpPr>
            <p:cNvPr id="914" name="Google Shape;914;p43"/>
            <p:cNvSpPr/>
            <p:nvPr/>
          </p:nvSpPr>
          <p:spPr>
            <a:xfrm>
              <a:off x="463701" y="2307675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43"/>
            <p:cNvSpPr/>
            <p:nvPr/>
          </p:nvSpPr>
          <p:spPr>
            <a:xfrm>
              <a:off x="545925" y="2446300"/>
              <a:ext cx="338328" cy="225549"/>
            </a:xfrm>
            <a:custGeom>
              <a:avLst/>
              <a:gdLst/>
              <a:ahLst/>
              <a:cxnLst/>
              <a:rect l="l" t="t" r="r" b="b"/>
              <a:pathLst>
                <a:path w="8708" h="5806" extrusionOk="0">
                  <a:moveTo>
                    <a:pt x="757" y="1"/>
                  </a:moveTo>
                  <a:cubicBezTo>
                    <a:pt x="342" y="1"/>
                    <a:pt x="1" y="342"/>
                    <a:pt x="1" y="757"/>
                  </a:cubicBezTo>
                  <a:lnTo>
                    <a:pt x="1" y="5049"/>
                  </a:lnTo>
                  <a:cubicBezTo>
                    <a:pt x="1" y="5464"/>
                    <a:pt x="342" y="5806"/>
                    <a:pt x="757" y="5806"/>
                  </a:cubicBezTo>
                  <a:lnTo>
                    <a:pt x="7952" y="5806"/>
                  </a:lnTo>
                  <a:cubicBezTo>
                    <a:pt x="8366" y="5806"/>
                    <a:pt x="8708" y="5464"/>
                    <a:pt x="8708" y="5049"/>
                  </a:cubicBezTo>
                  <a:lnTo>
                    <a:pt x="8708" y="757"/>
                  </a:lnTo>
                  <a:cubicBezTo>
                    <a:pt x="8708" y="342"/>
                    <a:pt x="8366" y="1"/>
                    <a:pt x="7952" y="1"/>
                  </a:cubicBez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43"/>
            <p:cNvSpPr/>
            <p:nvPr/>
          </p:nvSpPr>
          <p:spPr>
            <a:xfrm>
              <a:off x="555887" y="2446307"/>
              <a:ext cx="318435" cy="106170"/>
            </a:xfrm>
            <a:custGeom>
              <a:avLst/>
              <a:gdLst/>
              <a:ahLst/>
              <a:cxnLst/>
              <a:rect l="l" t="t" r="r" b="b"/>
              <a:pathLst>
                <a:path w="8196" h="2733" extrusionOk="0">
                  <a:moveTo>
                    <a:pt x="1" y="1"/>
                  </a:moveTo>
                  <a:lnTo>
                    <a:pt x="3659" y="2586"/>
                  </a:lnTo>
                  <a:cubicBezTo>
                    <a:pt x="3794" y="2684"/>
                    <a:pt x="3946" y="2733"/>
                    <a:pt x="4098" y="2733"/>
                  </a:cubicBezTo>
                  <a:cubicBezTo>
                    <a:pt x="4251" y="2733"/>
                    <a:pt x="4403" y="2684"/>
                    <a:pt x="4537" y="2586"/>
                  </a:cubicBezTo>
                  <a:lnTo>
                    <a:pt x="8196" y="1"/>
                  </a:lnTo>
                  <a:close/>
                </a:path>
              </a:pathLst>
            </a:custGeom>
            <a:solidFill>
              <a:schemeClr val="accen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17" name="Google Shape;917;p43"/>
            <p:cNvGrpSpPr/>
            <p:nvPr/>
          </p:nvGrpSpPr>
          <p:grpSpPr>
            <a:xfrm>
              <a:off x="773496" y="2217961"/>
              <a:ext cx="320051" cy="298703"/>
              <a:chOff x="1023863" y="2896525"/>
              <a:chExt cx="240875" cy="219425"/>
            </a:xfrm>
          </p:grpSpPr>
          <p:sp>
            <p:nvSpPr>
              <p:cNvPr id="918" name="Google Shape;918;p43"/>
              <p:cNvSpPr/>
              <p:nvPr/>
            </p:nvSpPr>
            <p:spPr>
              <a:xfrm>
                <a:off x="1023863" y="2896525"/>
                <a:ext cx="240875" cy="219425"/>
              </a:xfrm>
              <a:custGeom>
                <a:avLst/>
                <a:gdLst/>
                <a:ahLst/>
                <a:cxnLst/>
                <a:rect l="l" t="t" r="r" b="b"/>
                <a:pathLst>
                  <a:path w="9635" h="8777" extrusionOk="0">
                    <a:moveTo>
                      <a:pt x="4811" y="1"/>
                    </a:moveTo>
                    <a:cubicBezTo>
                      <a:pt x="2818" y="1"/>
                      <a:pt x="1017" y="1364"/>
                      <a:pt x="537" y="3389"/>
                    </a:cubicBezTo>
                    <a:cubicBezTo>
                      <a:pt x="0" y="5754"/>
                      <a:pt x="1464" y="8096"/>
                      <a:pt x="3805" y="8657"/>
                    </a:cubicBezTo>
                    <a:cubicBezTo>
                      <a:pt x="4147" y="8738"/>
                      <a:pt x="4488" y="8776"/>
                      <a:pt x="4824" y="8776"/>
                    </a:cubicBezTo>
                    <a:cubicBezTo>
                      <a:pt x="6816" y="8776"/>
                      <a:pt x="8614" y="7413"/>
                      <a:pt x="9073" y="5388"/>
                    </a:cubicBezTo>
                    <a:cubicBezTo>
                      <a:pt x="9634" y="3047"/>
                      <a:pt x="8171" y="681"/>
                      <a:pt x="5830" y="120"/>
                    </a:cubicBezTo>
                    <a:cubicBezTo>
                      <a:pt x="5488" y="39"/>
                      <a:pt x="5147" y="1"/>
                      <a:pt x="481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Google Shape;919;p43"/>
              <p:cNvSpPr/>
              <p:nvPr/>
            </p:nvSpPr>
            <p:spPr>
              <a:xfrm>
                <a:off x="1111105" y="2959275"/>
                <a:ext cx="54900" cy="93925"/>
              </a:xfrm>
              <a:custGeom>
                <a:avLst/>
                <a:gdLst/>
                <a:ahLst/>
                <a:cxnLst/>
                <a:rect l="l" t="t" r="r" b="b"/>
                <a:pathLst>
                  <a:path w="2196" h="3757" extrusionOk="0">
                    <a:moveTo>
                      <a:pt x="1268" y="0"/>
                    </a:moveTo>
                    <a:lnTo>
                      <a:pt x="0" y="1049"/>
                    </a:lnTo>
                    <a:lnTo>
                      <a:pt x="512" y="1708"/>
                    </a:lnTo>
                    <a:lnTo>
                      <a:pt x="951" y="1342"/>
                    </a:lnTo>
                    <a:cubicBezTo>
                      <a:pt x="1024" y="1269"/>
                      <a:pt x="1098" y="1195"/>
                      <a:pt x="1171" y="1098"/>
                    </a:cubicBezTo>
                    <a:lnTo>
                      <a:pt x="1171" y="1756"/>
                    </a:lnTo>
                    <a:lnTo>
                      <a:pt x="1171" y="3756"/>
                    </a:lnTo>
                    <a:lnTo>
                      <a:pt x="2195" y="3756"/>
                    </a:lnTo>
                    <a:lnTo>
                      <a:pt x="21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20" name="Google Shape;920;p43"/>
          <p:cNvGrpSpPr/>
          <p:nvPr/>
        </p:nvGrpSpPr>
        <p:grpSpPr>
          <a:xfrm>
            <a:off x="5731553" y="1507181"/>
            <a:ext cx="1827475" cy="1051350"/>
            <a:chOff x="6161988" y="3104373"/>
            <a:chExt cx="1827475" cy="1051350"/>
          </a:xfrm>
        </p:grpSpPr>
        <p:grpSp>
          <p:nvGrpSpPr>
            <p:cNvPr id="921" name="Google Shape;921;p43"/>
            <p:cNvGrpSpPr/>
            <p:nvPr/>
          </p:nvGrpSpPr>
          <p:grpSpPr>
            <a:xfrm>
              <a:off x="6161988" y="3104373"/>
              <a:ext cx="1827475" cy="1051350"/>
              <a:chOff x="274188" y="1278048"/>
              <a:chExt cx="1827475" cy="1051350"/>
            </a:xfrm>
          </p:grpSpPr>
          <p:sp>
            <p:nvSpPr>
              <p:cNvPr id="922" name="Google Shape;922;p43"/>
              <p:cNvSpPr/>
              <p:nvPr/>
            </p:nvSpPr>
            <p:spPr>
              <a:xfrm>
                <a:off x="364363" y="1369398"/>
                <a:ext cx="1737300" cy="960000"/>
              </a:xfrm>
              <a:prstGeom prst="roundRect">
                <a:avLst>
                  <a:gd name="adj" fmla="val 0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923" name="Google Shape;923;p43"/>
              <p:cNvGrpSpPr/>
              <p:nvPr/>
            </p:nvGrpSpPr>
            <p:grpSpPr>
              <a:xfrm>
                <a:off x="274188" y="1278048"/>
                <a:ext cx="1737300" cy="960000"/>
                <a:chOff x="7146475" y="2190661"/>
                <a:chExt cx="1737300" cy="960000"/>
              </a:xfrm>
            </p:grpSpPr>
            <p:sp>
              <p:nvSpPr>
                <p:cNvPr id="924" name="Google Shape;924;p43"/>
                <p:cNvSpPr/>
                <p:nvPr/>
              </p:nvSpPr>
              <p:spPr>
                <a:xfrm>
                  <a:off x="7146475" y="2190661"/>
                  <a:ext cx="1737300" cy="960000"/>
                </a:xfrm>
                <a:prstGeom prst="roundRect">
                  <a:avLst>
                    <a:gd name="adj" fmla="val 0"/>
                  </a:avLst>
                </a:prstGeom>
                <a:solidFill>
                  <a:schemeClr val="lt1"/>
                </a:solidFill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cxnSp>
              <p:nvCxnSpPr>
                <p:cNvPr id="925" name="Google Shape;925;p43"/>
                <p:cNvCxnSpPr/>
                <p:nvPr/>
              </p:nvCxnSpPr>
              <p:spPr>
                <a:xfrm>
                  <a:off x="7151600" y="2373361"/>
                  <a:ext cx="1724700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</p:grpSp>
        </p:grpSp>
        <p:grpSp>
          <p:nvGrpSpPr>
            <p:cNvPr id="926" name="Google Shape;926;p43"/>
            <p:cNvGrpSpPr/>
            <p:nvPr/>
          </p:nvGrpSpPr>
          <p:grpSpPr>
            <a:xfrm>
              <a:off x="6349239" y="3420925"/>
              <a:ext cx="1356472" cy="509050"/>
              <a:chOff x="6343699" y="3416675"/>
              <a:chExt cx="1356472" cy="509050"/>
            </a:xfrm>
          </p:grpSpPr>
          <p:sp>
            <p:nvSpPr>
              <p:cNvPr id="927" name="Google Shape;927;p43"/>
              <p:cNvSpPr/>
              <p:nvPr/>
            </p:nvSpPr>
            <p:spPr>
              <a:xfrm>
                <a:off x="6343699" y="3524445"/>
                <a:ext cx="776865" cy="54206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48" extrusionOk="0">
                    <a:moveTo>
                      <a:pt x="18435" y="1"/>
                    </a:moveTo>
                    <a:cubicBezTo>
                      <a:pt x="18412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296"/>
                      <a:pt x="854" y="1345"/>
                    </a:cubicBezTo>
                    <a:lnTo>
                      <a:pt x="18366" y="1345"/>
                    </a:lnTo>
                    <a:cubicBezTo>
                      <a:pt x="18389" y="1347"/>
                      <a:pt x="18412" y="1347"/>
                      <a:pt x="18435" y="1347"/>
                    </a:cubicBezTo>
                    <a:cubicBezTo>
                      <a:pt x="19319" y="1347"/>
                      <a:pt x="19319" y="1"/>
                      <a:pt x="184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Google Shape;928;p43"/>
              <p:cNvSpPr/>
              <p:nvPr/>
            </p:nvSpPr>
            <p:spPr>
              <a:xfrm>
                <a:off x="6343699" y="3651035"/>
                <a:ext cx="777147" cy="55131"/>
              </a:xfrm>
              <a:custGeom>
                <a:avLst/>
                <a:gdLst/>
                <a:ahLst/>
                <a:cxnLst/>
                <a:rect l="l" t="t" r="r" b="b"/>
                <a:pathLst>
                  <a:path w="19326" h="1371" extrusionOk="0">
                    <a:moveTo>
                      <a:pt x="18412" y="1"/>
                    </a:moveTo>
                    <a:cubicBezTo>
                      <a:pt x="18397" y="1"/>
                      <a:pt x="18382" y="1"/>
                      <a:pt x="18366" y="2"/>
                    </a:cubicBezTo>
                    <a:lnTo>
                      <a:pt x="854" y="2"/>
                    </a:lnTo>
                    <a:cubicBezTo>
                      <a:pt x="0" y="75"/>
                      <a:pt x="0" y="1319"/>
                      <a:pt x="854" y="1368"/>
                    </a:cubicBezTo>
                    <a:lnTo>
                      <a:pt x="18366" y="1368"/>
                    </a:lnTo>
                    <a:cubicBezTo>
                      <a:pt x="18389" y="1369"/>
                      <a:pt x="18412" y="1370"/>
                      <a:pt x="18434" y="1370"/>
                    </a:cubicBezTo>
                    <a:cubicBezTo>
                      <a:pt x="19326" y="1370"/>
                      <a:pt x="19319" y="1"/>
                      <a:pt x="184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43"/>
              <p:cNvSpPr/>
              <p:nvPr/>
            </p:nvSpPr>
            <p:spPr>
              <a:xfrm>
                <a:off x="6343699" y="3778469"/>
                <a:ext cx="776865" cy="55172"/>
              </a:xfrm>
              <a:custGeom>
                <a:avLst/>
                <a:gdLst/>
                <a:ahLst/>
                <a:cxnLst/>
                <a:rect l="l" t="t" r="r" b="b"/>
                <a:pathLst>
                  <a:path w="19319" h="1372" extrusionOk="0">
                    <a:moveTo>
                      <a:pt x="18433" y="1"/>
                    </a:moveTo>
                    <a:cubicBezTo>
                      <a:pt x="18411" y="1"/>
                      <a:pt x="18389" y="2"/>
                      <a:pt x="18366" y="3"/>
                    </a:cubicBezTo>
                    <a:lnTo>
                      <a:pt x="854" y="3"/>
                    </a:lnTo>
                    <a:cubicBezTo>
                      <a:pt x="0" y="52"/>
                      <a:pt x="0" y="1320"/>
                      <a:pt x="854" y="1369"/>
                    </a:cubicBezTo>
                    <a:lnTo>
                      <a:pt x="18366" y="1369"/>
                    </a:lnTo>
                    <a:cubicBezTo>
                      <a:pt x="18389" y="1371"/>
                      <a:pt x="18411" y="1372"/>
                      <a:pt x="18433" y="1372"/>
                    </a:cubicBezTo>
                    <a:cubicBezTo>
                      <a:pt x="19319" y="1372"/>
                      <a:pt x="19319" y="1"/>
                      <a:pt x="1843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Google Shape;930;p43"/>
              <p:cNvSpPr/>
              <p:nvPr/>
            </p:nvSpPr>
            <p:spPr>
              <a:xfrm>
                <a:off x="7286224" y="3416675"/>
                <a:ext cx="413947" cy="509050"/>
              </a:xfrm>
              <a:custGeom>
                <a:avLst/>
                <a:gdLst/>
                <a:ahLst/>
                <a:cxnLst/>
                <a:rect l="l" t="t" r="r" b="b"/>
                <a:pathLst>
                  <a:path w="10294" h="12659" extrusionOk="0">
                    <a:moveTo>
                      <a:pt x="1" y="1"/>
                    </a:moveTo>
                    <a:lnTo>
                      <a:pt x="1" y="12659"/>
                    </a:lnTo>
                    <a:lnTo>
                      <a:pt x="10293" y="12659"/>
                    </a:lnTo>
                    <a:lnTo>
                      <a:pt x="10293" y="1"/>
                    </a:lnTo>
                    <a:close/>
                  </a:path>
                </a:pathLst>
              </a:custGeom>
              <a:solidFill>
                <a:schemeClr val="accent3"/>
              </a:solidFill>
              <a:ln w="2857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31" name="Google Shape;931;p43"/>
          <p:cNvSpPr/>
          <p:nvPr/>
        </p:nvSpPr>
        <p:spPr>
          <a:xfrm>
            <a:off x="5045730" y="1225200"/>
            <a:ext cx="457208" cy="164590"/>
          </a:xfrm>
          <a:custGeom>
            <a:avLst/>
            <a:gdLst/>
            <a:ahLst/>
            <a:cxnLst/>
            <a:rect l="l" t="t" r="r" b="b"/>
            <a:pathLst>
              <a:path w="7903" h="3025" extrusionOk="0">
                <a:moveTo>
                  <a:pt x="2025" y="2829"/>
                </a:moveTo>
                <a:cubicBezTo>
                  <a:pt x="1829" y="3024"/>
                  <a:pt x="1537" y="2732"/>
                  <a:pt x="1732" y="2537"/>
                </a:cubicBezTo>
                <a:lnTo>
                  <a:pt x="2756" y="1537"/>
                </a:lnTo>
                <a:lnTo>
                  <a:pt x="1732" y="512"/>
                </a:lnTo>
                <a:cubicBezTo>
                  <a:pt x="1537" y="317"/>
                  <a:pt x="1829" y="49"/>
                  <a:pt x="2025" y="220"/>
                </a:cubicBezTo>
                <a:lnTo>
                  <a:pt x="3171" y="1390"/>
                </a:lnTo>
                <a:cubicBezTo>
                  <a:pt x="3244" y="1463"/>
                  <a:pt x="3244" y="1585"/>
                  <a:pt x="3171" y="1683"/>
                </a:cubicBezTo>
                <a:close/>
                <a:moveTo>
                  <a:pt x="195" y="512"/>
                </a:moveTo>
                <a:lnTo>
                  <a:pt x="1195" y="1512"/>
                </a:lnTo>
                <a:lnTo>
                  <a:pt x="195" y="2537"/>
                </a:lnTo>
                <a:cubicBezTo>
                  <a:pt x="0" y="2732"/>
                  <a:pt x="269" y="3000"/>
                  <a:pt x="464" y="2805"/>
                </a:cubicBezTo>
                <a:lnTo>
                  <a:pt x="1610" y="1659"/>
                </a:lnTo>
                <a:cubicBezTo>
                  <a:pt x="1708" y="1585"/>
                  <a:pt x="1708" y="1463"/>
                  <a:pt x="1610" y="1366"/>
                </a:cubicBezTo>
                <a:lnTo>
                  <a:pt x="464" y="220"/>
                </a:lnTo>
                <a:cubicBezTo>
                  <a:pt x="269" y="25"/>
                  <a:pt x="0" y="317"/>
                  <a:pt x="195" y="512"/>
                </a:cubicBezTo>
                <a:close/>
                <a:moveTo>
                  <a:pt x="6659" y="2829"/>
                </a:moveTo>
                <a:cubicBezTo>
                  <a:pt x="6464" y="3024"/>
                  <a:pt x="6195" y="2732"/>
                  <a:pt x="6366" y="2537"/>
                </a:cubicBezTo>
                <a:lnTo>
                  <a:pt x="7390" y="1537"/>
                </a:lnTo>
                <a:lnTo>
                  <a:pt x="6366" y="512"/>
                </a:lnTo>
                <a:cubicBezTo>
                  <a:pt x="6195" y="317"/>
                  <a:pt x="6464" y="49"/>
                  <a:pt x="6659" y="220"/>
                </a:cubicBezTo>
                <a:lnTo>
                  <a:pt x="7805" y="1390"/>
                </a:lnTo>
                <a:cubicBezTo>
                  <a:pt x="7903" y="1463"/>
                  <a:pt x="7903" y="1585"/>
                  <a:pt x="7805" y="1683"/>
                </a:cubicBezTo>
                <a:close/>
                <a:moveTo>
                  <a:pt x="5122" y="2829"/>
                </a:moveTo>
                <a:lnTo>
                  <a:pt x="6268" y="1683"/>
                </a:lnTo>
                <a:cubicBezTo>
                  <a:pt x="6342" y="1585"/>
                  <a:pt x="6342" y="1463"/>
                  <a:pt x="6268" y="1390"/>
                </a:cubicBezTo>
                <a:lnTo>
                  <a:pt x="5122" y="220"/>
                </a:lnTo>
                <a:cubicBezTo>
                  <a:pt x="4927" y="73"/>
                  <a:pt x="4659" y="317"/>
                  <a:pt x="4829" y="512"/>
                </a:cubicBezTo>
                <a:lnTo>
                  <a:pt x="5854" y="1537"/>
                </a:lnTo>
                <a:lnTo>
                  <a:pt x="4829" y="2537"/>
                </a:lnTo>
                <a:cubicBezTo>
                  <a:pt x="4634" y="2732"/>
                  <a:pt x="4927" y="3024"/>
                  <a:pt x="5122" y="2829"/>
                </a:cubicBezTo>
                <a:close/>
                <a:moveTo>
                  <a:pt x="3561" y="2829"/>
                </a:moveTo>
                <a:lnTo>
                  <a:pt x="4707" y="1683"/>
                </a:lnTo>
                <a:cubicBezTo>
                  <a:pt x="4805" y="1585"/>
                  <a:pt x="4805" y="1463"/>
                  <a:pt x="4707" y="1390"/>
                </a:cubicBezTo>
                <a:lnTo>
                  <a:pt x="3561" y="220"/>
                </a:lnTo>
                <a:cubicBezTo>
                  <a:pt x="3366" y="0"/>
                  <a:pt x="3049" y="317"/>
                  <a:pt x="3268" y="512"/>
                </a:cubicBezTo>
                <a:lnTo>
                  <a:pt x="4293" y="1537"/>
                </a:lnTo>
                <a:lnTo>
                  <a:pt x="3268" y="2537"/>
                </a:lnTo>
                <a:cubicBezTo>
                  <a:pt x="3098" y="2732"/>
                  <a:pt x="3366" y="3024"/>
                  <a:pt x="3561" y="2829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43"/>
          <p:cNvSpPr/>
          <p:nvPr/>
        </p:nvSpPr>
        <p:spPr>
          <a:xfrm>
            <a:off x="5275935" y="816665"/>
            <a:ext cx="457196" cy="57149"/>
          </a:xfrm>
          <a:custGeom>
            <a:avLst/>
            <a:gdLst/>
            <a:ahLst/>
            <a:cxnLst/>
            <a:rect l="l" t="t" r="r" b="b"/>
            <a:pathLst>
              <a:path w="11732" h="1391" extrusionOk="0">
                <a:moveTo>
                  <a:pt x="11488" y="854"/>
                </a:moveTo>
                <a:cubicBezTo>
                  <a:pt x="11708" y="878"/>
                  <a:pt x="11732" y="1220"/>
                  <a:pt x="11488" y="1244"/>
                </a:cubicBezTo>
                <a:cubicBezTo>
                  <a:pt x="11220" y="1244"/>
                  <a:pt x="10952" y="1098"/>
                  <a:pt x="10805" y="854"/>
                </a:cubicBezTo>
                <a:cubicBezTo>
                  <a:pt x="10683" y="708"/>
                  <a:pt x="10561" y="537"/>
                  <a:pt x="10366" y="537"/>
                </a:cubicBezTo>
                <a:cubicBezTo>
                  <a:pt x="10171" y="537"/>
                  <a:pt x="10049" y="683"/>
                  <a:pt x="9927" y="854"/>
                </a:cubicBezTo>
                <a:cubicBezTo>
                  <a:pt x="9781" y="1098"/>
                  <a:pt x="9513" y="1244"/>
                  <a:pt x="9244" y="1244"/>
                </a:cubicBezTo>
                <a:cubicBezTo>
                  <a:pt x="8952" y="1244"/>
                  <a:pt x="8708" y="1098"/>
                  <a:pt x="8561" y="854"/>
                </a:cubicBezTo>
                <a:cubicBezTo>
                  <a:pt x="8439" y="708"/>
                  <a:pt x="8293" y="537"/>
                  <a:pt x="8122" y="537"/>
                </a:cubicBezTo>
                <a:cubicBezTo>
                  <a:pt x="7927" y="537"/>
                  <a:pt x="7805" y="683"/>
                  <a:pt x="7683" y="854"/>
                </a:cubicBezTo>
                <a:cubicBezTo>
                  <a:pt x="7537" y="1098"/>
                  <a:pt x="7269" y="1244"/>
                  <a:pt x="6976" y="1244"/>
                </a:cubicBezTo>
                <a:cubicBezTo>
                  <a:pt x="6708" y="1244"/>
                  <a:pt x="6439" y="1098"/>
                  <a:pt x="6293" y="854"/>
                </a:cubicBezTo>
                <a:cubicBezTo>
                  <a:pt x="6171" y="708"/>
                  <a:pt x="6049" y="537"/>
                  <a:pt x="5854" y="537"/>
                </a:cubicBezTo>
                <a:cubicBezTo>
                  <a:pt x="5683" y="537"/>
                  <a:pt x="5561" y="683"/>
                  <a:pt x="5415" y="854"/>
                </a:cubicBezTo>
                <a:cubicBezTo>
                  <a:pt x="5122" y="1391"/>
                  <a:pt x="4342" y="1391"/>
                  <a:pt x="4049" y="854"/>
                </a:cubicBezTo>
                <a:cubicBezTo>
                  <a:pt x="3927" y="708"/>
                  <a:pt x="3805" y="537"/>
                  <a:pt x="3610" y="537"/>
                </a:cubicBezTo>
                <a:cubicBezTo>
                  <a:pt x="3415" y="537"/>
                  <a:pt x="3318" y="683"/>
                  <a:pt x="3171" y="854"/>
                </a:cubicBezTo>
                <a:cubicBezTo>
                  <a:pt x="2879" y="1391"/>
                  <a:pt x="2098" y="1391"/>
                  <a:pt x="1805" y="854"/>
                </a:cubicBezTo>
                <a:cubicBezTo>
                  <a:pt x="1683" y="708"/>
                  <a:pt x="1561" y="537"/>
                  <a:pt x="1366" y="537"/>
                </a:cubicBezTo>
                <a:cubicBezTo>
                  <a:pt x="1171" y="537"/>
                  <a:pt x="1074" y="683"/>
                  <a:pt x="927" y="854"/>
                </a:cubicBezTo>
                <a:cubicBezTo>
                  <a:pt x="781" y="1098"/>
                  <a:pt x="513" y="1244"/>
                  <a:pt x="244" y="1244"/>
                </a:cubicBezTo>
                <a:cubicBezTo>
                  <a:pt x="1" y="1220"/>
                  <a:pt x="1" y="878"/>
                  <a:pt x="244" y="854"/>
                </a:cubicBezTo>
                <a:cubicBezTo>
                  <a:pt x="391" y="854"/>
                  <a:pt x="513" y="732"/>
                  <a:pt x="635" y="586"/>
                </a:cubicBezTo>
                <a:cubicBezTo>
                  <a:pt x="781" y="317"/>
                  <a:pt x="1074" y="171"/>
                  <a:pt x="1366" y="147"/>
                </a:cubicBezTo>
                <a:cubicBezTo>
                  <a:pt x="1659" y="171"/>
                  <a:pt x="1952" y="317"/>
                  <a:pt x="2098" y="586"/>
                </a:cubicBezTo>
                <a:cubicBezTo>
                  <a:pt x="2220" y="732"/>
                  <a:pt x="2342" y="854"/>
                  <a:pt x="2488" y="854"/>
                </a:cubicBezTo>
                <a:lnTo>
                  <a:pt x="2488" y="854"/>
                </a:lnTo>
                <a:cubicBezTo>
                  <a:pt x="2635" y="854"/>
                  <a:pt x="2757" y="732"/>
                  <a:pt x="2879" y="586"/>
                </a:cubicBezTo>
                <a:cubicBezTo>
                  <a:pt x="3196" y="0"/>
                  <a:pt x="4025" y="0"/>
                  <a:pt x="4342" y="586"/>
                </a:cubicBezTo>
                <a:cubicBezTo>
                  <a:pt x="4464" y="732"/>
                  <a:pt x="4586" y="854"/>
                  <a:pt x="4732" y="854"/>
                </a:cubicBezTo>
                <a:lnTo>
                  <a:pt x="4781" y="854"/>
                </a:lnTo>
                <a:cubicBezTo>
                  <a:pt x="4927" y="854"/>
                  <a:pt x="5025" y="732"/>
                  <a:pt x="5147" y="586"/>
                </a:cubicBezTo>
                <a:cubicBezTo>
                  <a:pt x="5318" y="317"/>
                  <a:pt x="5586" y="171"/>
                  <a:pt x="5878" y="147"/>
                </a:cubicBezTo>
                <a:cubicBezTo>
                  <a:pt x="6196" y="171"/>
                  <a:pt x="6464" y="317"/>
                  <a:pt x="6635" y="586"/>
                </a:cubicBezTo>
                <a:cubicBezTo>
                  <a:pt x="6757" y="732"/>
                  <a:pt x="6854" y="854"/>
                  <a:pt x="7000" y="854"/>
                </a:cubicBezTo>
                <a:lnTo>
                  <a:pt x="7025" y="854"/>
                </a:lnTo>
                <a:cubicBezTo>
                  <a:pt x="7171" y="854"/>
                  <a:pt x="7293" y="732"/>
                  <a:pt x="7391" y="586"/>
                </a:cubicBezTo>
                <a:cubicBezTo>
                  <a:pt x="7708" y="0"/>
                  <a:pt x="8561" y="0"/>
                  <a:pt x="8878" y="586"/>
                </a:cubicBezTo>
                <a:cubicBezTo>
                  <a:pt x="9000" y="732"/>
                  <a:pt x="9098" y="854"/>
                  <a:pt x="9244" y="854"/>
                </a:cubicBezTo>
                <a:lnTo>
                  <a:pt x="9269" y="854"/>
                </a:lnTo>
                <a:cubicBezTo>
                  <a:pt x="9415" y="854"/>
                  <a:pt x="9537" y="732"/>
                  <a:pt x="9659" y="586"/>
                </a:cubicBezTo>
                <a:cubicBezTo>
                  <a:pt x="9805" y="317"/>
                  <a:pt x="10074" y="171"/>
                  <a:pt x="10391" y="147"/>
                </a:cubicBezTo>
                <a:cubicBezTo>
                  <a:pt x="10683" y="171"/>
                  <a:pt x="10976" y="317"/>
                  <a:pt x="11122" y="586"/>
                </a:cubicBezTo>
                <a:cubicBezTo>
                  <a:pt x="11244" y="732"/>
                  <a:pt x="11342" y="854"/>
                  <a:pt x="11488" y="854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43"/>
          <p:cNvSpPr/>
          <p:nvPr/>
        </p:nvSpPr>
        <p:spPr>
          <a:xfrm>
            <a:off x="4160539" y="1147616"/>
            <a:ext cx="457207" cy="59636"/>
          </a:xfrm>
          <a:custGeom>
            <a:avLst/>
            <a:gdLst/>
            <a:ahLst/>
            <a:cxnLst/>
            <a:rect l="l" t="t" r="r" b="b"/>
            <a:pathLst>
              <a:path w="8294" h="952" extrusionOk="0">
                <a:moveTo>
                  <a:pt x="415" y="0"/>
                </a:moveTo>
                <a:cubicBezTo>
                  <a:pt x="757" y="0"/>
                  <a:pt x="952" y="439"/>
                  <a:pt x="708" y="683"/>
                </a:cubicBezTo>
                <a:cubicBezTo>
                  <a:pt x="440" y="951"/>
                  <a:pt x="1" y="756"/>
                  <a:pt x="25" y="390"/>
                </a:cubicBezTo>
                <a:cubicBezTo>
                  <a:pt x="25" y="171"/>
                  <a:pt x="196" y="0"/>
                  <a:pt x="415" y="0"/>
                </a:cubicBezTo>
                <a:close/>
                <a:moveTo>
                  <a:pt x="7757" y="0"/>
                </a:moveTo>
                <a:cubicBezTo>
                  <a:pt x="8123" y="0"/>
                  <a:pt x="8293" y="439"/>
                  <a:pt x="8025" y="683"/>
                </a:cubicBezTo>
                <a:cubicBezTo>
                  <a:pt x="7781" y="951"/>
                  <a:pt x="7342" y="756"/>
                  <a:pt x="7342" y="415"/>
                </a:cubicBezTo>
                <a:cubicBezTo>
                  <a:pt x="7342" y="195"/>
                  <a:pt x="7537" y="0"/>
                  <a:pt x="7757" y="0"/>
                </a:cubicBezTo>
                <a:close/>
                <a:moveTo>
                  <a:pt x="5928" y="0"/>
                </a:moveTo>
                <a:cubicBezTo>
                  <a:pt x="6293" y="24"/>
                  <a:pt x="6440" y="463"/>
                  <a:pt x="6171" y="707"/>
                </a:cubicBezTo>
                <a:cubicBezTo>
                  <a:pt x="5903" y="951"/>
                  <a:pt x="5488" y="756"/>
                  <a:pt x="5513" y="390"/>
                </a:cubicBezTo>
                <a:cubicBezTo>
                  <a:pt x="5513" y="171"/>
                  <a:pt x="5684" y="0"/>
                  <a:pt x="5903" y="0"/>
                </a:cubicBezTo>
                <a:close/>
                <a:moveTo>
                  <a:pt x="4098" y="0"/>
                </a:moveTo>
                <a:cubicBezTo>
                  <a:pt x="4464" y="24"/>
                  <a:pt x="4610" y="463"/>
                  <a:pt x="4342" y="707"/>
                </a:cubicBezTo>
                <a:cubicBezTo>
                  <a:pt x="4074" y="951"/>
                  <a:pt x="3659" y="756"/>
                  <a:pt x="3684" y="390"/>
                </a:cubicBezTo>
                <a:cubicBezTo>
                  <a:pt x="3684" y="171"/>
                  <a:pt x="3854" y="0"/>
                  <a:pt x="4074" y="0"/>
                </a:cubicBezTo>
                <a:close/>
                <a:moveTo>
                  <a:pt x="2269" y="0"/>
                </a:moveTo>
                <a:cubicBezTo>
                  <a:pt x="2635" y="24"/>
                  <a:pt x="2781" y="463"/>
                  <a:pt x="2513" y="707"/>
                </a:cubicBezTo>
                <a:cubicBezTo>
                  <a:pt x="2245" y="951"/>
                  <a:pt x="1830" y="756"/>
                  <a:pt x="1854" y="390"/>
                </a:cubicBezTo>
                <a:cubicBezTo>
                  <a:pt x="1854" y="171"/>
                  <a:pt x="2025" y="0"/>
                  <a:pt x="22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34" name="Google Shape;934;p43"/>
          <p:cNvGrpSpPr/>
          <p:nvPr/>
        </p:nvGrpSpPr>
        <p:grpSpPr>
          <a:xfrm>
            <a:off x="8118400" y="475791"/>
            <a:ext cx="621000" cy="621000"/>
            <a:chOff x="416300" y="4058211"/>
            <a:chExt cx="621000" cy="621000"/>
          </a:xfrm>
        </p:grpSpPr>
        <p:sp>
          <p:nvSpPr>
            <p:cNvPr id="935" name="Google Shape;935;p43"/>
            <p:cNvSpPr/>
            <p:nvPr/>
          </p:nvSpPr>
          <p:spPr>
            <a:xfrm>
              <a:off x="475400" y="4117311"/>
              <a:ext cx="502800" cy="502800"/>
            </a:xfrm>
            <a:prstGeom prst="roundRect">
              <a:avLst>
                <a:gd name="adj" fmla="val 15109"/>
              </a:avLst>
            </a:prstGeom>
            <a:solidFill>
              <a:schemeClr val="accen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Google Shape;936;p43"/>
            <p:cNvSpPr/>
            <p:nvPr/>
          </p:nvSpPr>
          <p:spPr>
            <a:xfrm rot="2700000">
              <a:off x="507243" y="4149154"/>
              <a:ext cx="439113" cy="439113"/>
            </a:xfrm>
            <a:prstGeom prst="plus">
              <a:avLst>
                <a:gd name="adj" fmla="val 42536"/>
              </a:avLst>
            </a:prstGeom>
            <a:solidFill>
              <a:schemeClr val="lt2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" name="Google Shape;1210;p51"/>
          <p:cNvSpPr txBox="1">
            <a:spLocks/>
          </p:cNvSpPr>
          <p:nvPr/>
        </p:nvSpPr>
        <p:spPr>
          <a:xfrm>
            <a:off x="8519218" y="4851152"/>
            <a:ext cx="820228" cy="486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4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Karla"/>
              <a:buNone/>
              <a:defRPr sz="2500" b="0" i="0" u="none" strike="noStrike" cap="none">
                <a:solidFill>
                  <a:schemeClr val="dk1"/>
                </a:solidFill>
                <a:latin typeface="Karla"/>
                <a:ea typeface="Karla"/>
                <a:cs typeface="Karla"/>
                <a:sym typeface="Karla"/>
              </a:defRPr>
            </a:lvl9pPr>
          </a:lstStyle>
          <a:p>
            <a:pPr marL="0" indent="0"/>
            <a:r>
              <a:rPr lang="en-US" sz="1400" dirty="0" smtClean="0"/>
              <a:t>1</a:t>
            </a:r>
            <a:r>
              <a:rPr lang="ru-RU" sz="1400" smtClean="0"/>
              <a:t>7</a:t>
            </a:r>
            <a:r>
              <a:rPr lang="en-US" sz="1400" smtClean="0"/>
              <a:t>/1</a:t>
            </a:r>
            <a:r>
              <a:rPr lang="ru-RU" sz="1400" dirty="0" smtClean="0"/>
              <a:t>7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0215079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oft Colors UI Design for Agencies by Slidesgo">
  <a:themeElements>
    <a:clrScheme name="Simple Light">
      <a:dk1>
        <a:srgbClr val="000000"/>
      </a:dk1>
      <a:lt1>
        <a:srgbClr val="FCF6E8"/>
      </a:lt1>
      <a:dk2>
        <a:srgbClr val="DBCFC3"/>
      </a:dk2>
      <a:lt2>
        <a:srgbClr val="EFC4B9"/>
      </a:lt2>
      <a:accent1>
        <a:srgbClr val="FDBC96"/>
      </a:accent1>
      <a:accent2>
        <a:srgbClr val="DAC2CF"/>
      </a:accent2>
      <a:accent3>
        <a:srgbClr val="D3E3D6"/>
      </a:accent3>
      <a:accent4>
        <a:srgbClr val="FFFFFF"/>
      </a:accent4>
      <a:accent5>
        <a:srgbClr val="FFFFFF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554</Words>
  <Application>Microsoft Office PowerPoint</Application>
  <PresentationFormat>Экран (16:9)</PresentationFormat>
  <Paragraphs>136</Paragraphs>
  <Slides>17</Slides>
  <Notes>16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4" baseType="lpstr">
      <vt:lpstr>Bebas Neue</vt:lpstr>
      <vt:lpstr>Arial</vt:lpstr>
      <vt:lpstr>Times New Roman</vt:lpstr>
      <vt:lpstr>Rubik Black</vt:lpstr>
      <vt:lpstr>Karla</vt:lpstr>
      <vt:lpstr>Calibri</vt:lpstr>
      <vt:lpstr>Soft Colors UI Design for Agencies by Slidesgo</vt:lpstr>
      <vt:lpstr>THE GAME OF “TV-TENNIS”</vt:lpstr>
      <vt:lpstr>— Постановка задачи</vt:lpstr>
      <vt:lpstr>Программные средства</vt:lpstr>
      <vt:lpstr>Презентация PowerPoint</vt:lpstr>
      <vt:lpstr>Основные компоненты игровой логики</vt:lpstr>
      <vt:lpstr>Реализация управления ракеткой противника</vt:lpstr>
      <vt:lpstr>Зонирование ракеток</vt:lpstr>
      <vt:lpstr>Алгоритм Брезенхайма и подкрутка мяча </vt:lpstr>
      <vt:lpstr>Начало и конец игры</vt:lpstr>
      <vt:lpstr>Основные компоненты процессорной логики</vt:lpstr>
      <vt:lpstr>Логика управления памятью процессора</vt:lpstr>
      <vt:lpstr>Логика управления памятью процессора</vt:lpstr>
      <vt:lpstr>Карта памяти процессора</vt:lpstr>
      <vt:lpstr>Взаимодействие Hardware и Software</vt:lpstr>
      <vt:lpstr>Таблица рекордов</vt:lpstr>
      <vt:lpstr>Пользовательский интерфейс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GAME OF “TV-TENNIS”</dc:title>
  <dc:creator>Ирина Ларионова</dc:creator>
  <cp:lastModifiedBy>Ирина Ларионова</cp:lastModifiedBy>
  <cp:revision>36</cp:revision>
  <dcterms:modified xsi:type="dcterms:W3CDTF">2026-05-20T08:43:26Z</dcterms:modified>
</cp:coreProperties>
</file>